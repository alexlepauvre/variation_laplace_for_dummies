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4.xml" ContentType="application/vnd.openxmlformats-officedocument.theme+xml"/>
  <Override PartName="/ppt/slideLayouts/slideLayout17.xml" ContentType="application/vnd.openxmlformats-officedocument.presentationml.slideLayout+xml"/>
  <Override PartName="/ppt/theme/theme5.xml" ContentType="application/vnd.openxmlformats-officedocument.theme+xml"/>
  <Override PartName="/ppt/slideLayouts/slideLayout18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3" r:id="rId4"/>
    <p:sldMasterId id="2147483718" r:id="rId5"/>
    <p:sldMasterId id="2147483723" r:id="rId6"/>
    <p:sldMasterId id="2147483728" r:id="rId7"/>
    <p:sldMasterId id="2147483733" r:id="rId8"/>
    <p:sldMasterId id="2147483735" r:id="rId9"/>
  </p:sldMasterIdLst>
  <p:notesMasterIdLst>
    <p:notesMasterId r:id="rId18"/>
  </p:notesMasterIdLst>
  <p:sldIdLst>
    <p:sldId id="262" r:id="rId10"/>
    <p:sldId id="275" r:id="rId11"/>
    <p:sldId id="263" r:id="rId12"/>
    <p:sldId id="276" r:id="rId13"/>
    <p:sldId id="277" r:id="rId14"/>
    <p:sldId id="278" r:id="rId15"/>
    <p:sldId id="279" r:id="rId16"/>
    <p:sldId id="280" r:id="rId17"/>
  </p:sldIdLst>
  <p:sldSz cx="9144000" cy="5143500" type="screen16x9"/>
  <p:notesSz cx="9144000" cy="6858000"/>
  <p:defaultTextStyle>
    <a:defPPr>
      <a:defRPr lang="de-DE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C429B"/>
    <a:srgbClr val="11AEA1"/>
    <a:srgbClr val="F68212"/>
    <a:srgbClr val="00746E"/>
    <a:srgbClr val="DEE2E5"/>
    <a:srgbClr val="0074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225" autoAdjust="0"/>
    <p:restoredTop sz="94720"/>
  </p:normalViewPr>
  <p:slideViewPr>
    <p:cSldViewPr snapToGrid="0" snapToObjects="1">
      <p:cViewPr>
        <p:scale>
          <a:sx n="125" d="100"/>
          <a:sy n="125" d="100"/>
        </p:scale>
        <p:origin x="876" y="4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4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" Type="http://schemas.openxmlformats.org/officeDocument/2006/relationships/customXml" Target="../customXml/item2.xml"/><Relationship Id="rId16" Type="http://schemas.openxmlformats.org/officeDocument/2006/relationships/slide" Target="slides/slide7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2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6.xml"/><Relationship Id="rId10" Type="http://schemas.openxmlformats.org/officeDocument/2006/relationships/slide" Target="slides/slide1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5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0EF915-8790-0D44-BE00-83A29B730136}" type="datetimeFigureOut">
              <a:rPr lang="de-DE" smtClean="0"/>
              <a:t>20.01.2025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de-DE"/>
              <a:t>Mastertextformat bearbeiten
Zweite Ebene
Dritte Ebene
Vierte Ebene
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59283C-7FB6-7F4B-9FF9-5C42ED9156A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73744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59283C-7FB6-7F4B-9FF9-5C42ED9156A1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747978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ir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6FF35D-4254-6E42-BCAD-AEB711A0F04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3000" y="1361607"/>
            <a:ext cx="6858000" cy="1790700"/>
          </a:xfrm>
        </p:spPr>
        <p:txBody>
          <a:bodyPr anchor="b"/>
          <a:lstStyle>
            <a:lvl1pPr algn="l">
              <a:defRPr sz="3600"/>
            </a:lvl1pPr>
          </a:lstStyle>
          <a:p>
            <a:r>
              <a:rPr lang="en-US" noProof="0"/>
              <a:t>Title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DA0D4D5-1832-6643-A22F-07675D60E9E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3000" y="3350632"/>
            <a:ext cx="6858000" cy="918796"/>
          </a:xfrm>
        </p:spPr>
        <p:txBody>
          <a:bodyPr lIns="0" tIns="0" rIns="0" bIns="0"/>
          <a:lstStyle>
            <a:lvl1pPr marL="0" indent="0" algn="l">
              <a:buNone/>
              <a:defRPr sz="20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Subtitle</a:t>
            </a:r>
          </a:p>
        </p:txBody>
      </p:sp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B9DB2B55-6993-7CD7-A029-E85664F619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462208" y="4888608"/>
            <a:ext cx="4488384" cy="209486"/>
          </a:xfrm>
          <a:prstGeom prst="rect">
            <a:avLst/>
          </a:prstGeom>
        </p:spPr>
        <p:txBody>
          <a:bodyPr anchor="b"/>
          <a:lstStyle>
            <a:lvl1pPr algn="ctr">
              <a:defRPr sz="10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Name or Title</a:t>
            </a:r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D1B1414F-E5D3-D32F-3042-8BDF57A77D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77943" y="4883101"/>
            <a:ext cx="464489" cy="209486"/>
          </a:xfrm>
          <a:prstGeom prst="rect">
            <a:avLst/>
          </a:prstGeom>
        </p:spPr>
        <p:txBody>
          <a:bodyPr anchor="b"/>
          <a:lstStyle>
            <a:lvl1pPr algn="r">
              <a:defRPr sz="1000">
                <a:solidFill>
                  <a:schemeClr val="accent1"/>
                </a:solidFill>
              </a:defRPr>
            </a:lvl1pPr>
          </a:lstStyle>
          <a:p>
            <a:fld id="{38980174-C6B3-D947-9337-50055D327C64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6" name="Datumsplatzhalter 3">
            <a:extLst>
              <a:ext uri="{FF2B5EF4-FFF2-40B4-BE49-F238E27FC236}">
                <a16:creationId xmlns:a16="http://schemas.microsoft.com/office/drawing/2014/main" id="{EA5E0206-3815-6CE6-ECC4-132FAF6061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648" y="4888608"/>
            <a:ext cx="1732658" cy="209486"/>
          </a:xfrm>
          <a:prstGeom prst="rect">
            <a:avLst/>
          </a:prstGeom>
        </p:spPr>
        <p:txBody>
          <a:bodyPr anchor="b"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fld id="{21375D44-9588-8546-BCF4-CD9312DB83ED}" type="datetime3">
              <a:t>20 January 2025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648090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B8D1613-ADFA-D04F-B3AE-D66F23101F2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2000" y="1620000"/>
            <a:ext cx="8280000" cy="2952000"/>
          </a:xfr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/>
            </a:lvl1pPr>
            <a:lvl2pPr marL="180000">
              <a:defRPr/>
            </a:lvl2pPr>
            <a:lvl3pPr>
              <a:defRPr/>
            </a:lvl3pPr>
            <a:lvl4pPr>
              <a:defRPr/>
            </a:lvl4pPr>
            <a:lvl5pPr indent="0">
              <a:defRPr/>
            </a:lvl5pPr>
            <a:lvl6pPr>
              <a:defRPr/>
            </a:lvl6pPr>
          </a:lstStyle>
          <a:p>
            <a:pPr lvl="0"/>
            <a:r>
              <a:rPr lang="en-US" noProof="0"/>
              <a:t>Placeholder Text First Level (Arial 16 green)</a:t>
            </a:r>
          </a:p>
          <a:p>
            <a:pPr lvl="1"/>
            <a:r>
              <a:rPr lang="en-US" noProof="0"/>
              <a:t>Placeholder Text Second Level (Arial 16)</a:t>
            </a:r>
          </a:p>
          <a:p>
            <a:pPr lvl="2"/>
            <a:r>
              <a:rPr lang="en-US" noProof="0"/>
              <a:t>Placeholder Text Third Level (Arial 14)</a:t>
            </a:r>
          </a:p>
          <a:p>
            <a:pPr lvl="3"/>
            <a:r>
              <a:rPr lang="en-US" noProof="0"/>
              <a:t>Placeholder Text Fourth Level (Arial 14)</a:t>
            </a:r>
          </a:p>
          <a:p>
            <a:pPr lvl="4"/>
            <a:r>
              <a:rPr lang="en-US" noProof="0"/>
              <a:t>Placeholder Text Fifth Level (Arial 12 bold)</a:t>
            </a:r>
          </a:p>
          <a:p>
            <a:pPr lvl="5"/>
            <a:r>
              <a:rPr lang="en-US" noProof="0"/>
              <a:t>Placeholder Text Sixth Level (Arial 12)</a:t>
            </a:r>
          </a:p>
        </p:txBody>
      </p:sp>
      <p:sp>
        <p:nvSpPr>
          <p:cNvPr id="4" name="Titelplatzhalter 1">
            <a:extLst>
              <a:ext uri="{FF2B5EF4-FFF2-40B4-BE49-F238E27FC236}">
                <a16:creationId xmlns:a16="http://schemas.microsoft.com/office/drawing/2014/main" id="{354B2BFF-9823-83F7-38ED-F46E528858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12732"/>
            <a:ext cx="8280000" cy="900000"/>
          </a:xfrm>
          <a:prstGeom prst="rect">
            <a:avLst/>
          </a:prstGeom>
        </p:spPr>
        <p:txBody>
          <a:bodyPr vert="horz" lIns="0" tIns="324000" rIns="0" bIns="0" rtlCol="0" anchor="t" anchorCtr="0">
            <a:noAutofit/>
          </a:bodyPr>
          <a:lstStyle/>
          <a:p>
            <a:r>
              <a:rPr lang="en-US" noProof="0"/>
              <a:t>Headline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DFCEFCD-2F3D-A447-BD61-B76D01894A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462208" y="4888608"/>
            <a:ext cx="4488384" cy="209486"/>
          </a:xfrm>
          <a:prstGeom prst="rect">
            <a:avLst/>
          </a:prstGeom>
        </p:spPr>
        <p:txBody>
          <a:bodyPr anchor="b"/>
          <a:lstStyle>
            <a:lvl1pPr algn="ctr">
              <a:defRPr sz="10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Name or Title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33A4749-0F85-FEA1-F65C-084F019D1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77943" y="4883101"/>
            <a:ext cx="464489" cy="209486"/>
          </a:xfrm>
          <a:prstGeom prst="rect">
            <a:avLst/>
          </a:prstGeom>
        </p:spPr>
        <p:txBody>
          <a:bodyPr anchor="b"/>
          <a:lstStyle>
            <a:lvl1pPr algn="r">
              <a:defRPr sz="1000">
                <a:solidFill>
                  <a:schemeClr val="accent1"/>
                </a:solidFill>
              </a:defRPr>
            </a:lvl1pPr>
          </a:lstStyle>
          <a:p>
            <a:fld id="{38980174-C6B3-D947-9337-50055D327C64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7" name="Datumsplatzhalter 3">
            <a:extLst>
              <a:ext uri="{FF2B5EF4-FFF2-40B4-BE49-F238E27FC236}">
                <a16:creationId xmlns:a16="http://schemas.microsoft.com/office/drawing/2014/main" id="{D841E1D4-7E91-5C0A-A7B8-D3321E11B2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648" y="4888608"/>
            <a:ext cx="1732658" cy="209486"/>
          </a:xfrm>
          <a:prstGeom prst="rect">
            <a:avLst/>
          </a:prstGeom>
        </p:spPr>
        <p:txBody>
          <a:bodyPr anchor="b"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fld id="{DFD3DBA3-9A4B-1C48-BB3E-196CB0B5E8F5}" type="datetime3">
              <a:t>20 January 2025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130997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67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5EC543F1-2AFA-D144-958C-BD8A49E228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2000" y="1620000"/>
            <a:ext cx="3780000" cy="2952000"/>
          </a:xfr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/>
            </a:lvl1pPr>
            <a:lvl2pPr marL="180000">
              <a:defRPr/>
            </a:lvl2pPr>
            <a:lvl3pPr>
              <a:defRPr/>
            </a:lvl3pPr>
            <a:lvl4pPr>
              <a:defRPr/>
            </a:lvl4pPr>
            <a:lvl5pPr indent="0">
              <a:defRPr/>
            </a:lvl5pPr>
            <a:lvl6pPr>
              <a:defRPr/>
            </a:lvl6pPr>
          </a:lstStyle>
          <a:p>
            <a:pPr lvl="0"/>
            <a:r>
              <a:rPr lang="en-US" noProof="0"/>
              <a:t>Placeholder Text First Level (Arial 16 green)</a:t>
            </a:r>
          </a:p>
          <a:p>
            <a:pPr lvl="1"/>
            <a:r>
              <a:rPr lang="en-US" noProof="0"/>
              <a:t>Placeholder Text Second Level (Arial 16)</a:t>
            </a:r>
          </a:p>
          <a:p>
            <a:pPr lvl="2"/>
            <a:r>
              <a:rPr lang="en-US" noProof="0"/>
              <a:t>Placeholder Text Third Level (Arial 14)</a:t>
            </a:r>
          </a:p>
          <a:p>
            <a:pPr lvl="3"/>
            <a:r>
              <a:rPr lang="en-US" noProof="0"/>
              <a:t>Placeholder Text Fourth Level (Arial 14)</a:t>
            </a:r>
          </a:p>
          <a:p>
            <a:pPr lvl="4"/>
            <a:r>
              <a:rPr lang="en-US" noProof="0"/>
              <a:t>Placeholder Text Fifth Level (Arial 12 bold)</a:t>
            </a:r>
          </a:p>
          <a:p>
            <a:pPr lvl="5"/>
            <a:r>
              <a:rPr lang="en-US" noProof="0"/>
              <a:t>Placeholder Text Sixth Level (Arial 12)</a:t>
            </a:r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F6FE8EE1-D681-CD44-A294-D8DFFB2A50D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932000" y="1620000"/>
            <a:ext cx="3780000" cy="2952000"/>
          </a:xfr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/>
            </a:lvl1pPr>
            <a:lvl2pPr marL="180000">
              <a:defRPr/>
            </a:lvl2pPr>
            <a:lvl3pPr>
              <a:defRPr/>
            </a:lvl3pPr>
            <a:lvl4pPr>
              <a:defRPr/>
            </a:lvl4pPr>
            <a:lvl5pPr indent="0">
              <a:defRPr/>
            </a:lvl5pPr>
            <a:lvl6pPr>
              <a:defRPr/>
            </a:lvl6pPr>
          </a:lstStyle>
          <a:p>
            <a:pPr lvl="0"/>
            <a:r>
              <a:rPr lang="en-US" noProof="0"/>
              <a:t>Placeholder Text First Level (Arial 16 green)</a:t>
            </a:r>
          </a:p>
          <a:p>
            <a:pPr lvl="1"/>
            <a:r>
              <a:rPr lang="en-US" noProof="0"/>
              <a:t>Placeholder Text Second Level (Arial 16)</a:t>
            </a:r>
          </a:p>
          <a:p>
            <a:pPr lvl="2"/>
            <a:r>
              <a:rPr lang="en-US" noProof="0"/>
              <a:t>Placeholder Text Third Level (Arial 14)</a:t>
            </a:r>
          </a:p>
          <a:p>
            <a:pPr lvl="3"/>
            <a:r>
              <a:rPr lang="en-US" noProof="0"/>
              <a:t>Placeholder Text Fourth Level (Arial 14)</a:t>
            </a:r>
          </a:p>
          <a:p>
            <a:pPr lvl="4"/>
            <a:r>
              <a:rPr lang="en-US" noProof="0"/>
              <a:t>Placeholder Text Fifth Level (Arial 12 bold)</a:t>
            </a:r>
          </a:p>
          <a:p>
            <a:pPr lvl="5"/>
            <a:r>
              <a:rPr lang="en-US" noProof="0"/>
              <a:t>Placeholder Text Sixth Level (Arial 12)</a:t>
            </a:r>
          </a:p>
        </p:txBody>
      </p:sp>
      <p:sp>
        <p:nvSpPr>
          <p:cNvPr id="3" name="Titelplatzhalter 1">
            <a:extLst>
              <a:ext uri="{FF2B5EF4-FFF2-40B4-BE49-F238E27FC236}">
                <a16:creationId xmlns:a16="http://schemas.microsoft.com/office/drawing/2014/main" id="{90A0B138-C986-805F-B496-5BB2672B22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12732"/>
            <a:ext cx="8280000" cy="900000"/>
          </a:xfrm>
          <a:prstGeom prst="rect">
            <a:avLst/>
          </a:prstGeom>
        </p:spPr>
        <p:txBody>
          <a:bodyPr vert="horz" lIns="0" tIns="324000" rIns="0" bIns="0" rtlCol="0" anchor="t" anchorCtr="0">
            <a:noAutofit/>
          </a:bodyPr>
          <a:lstStyle/>
          <a:p>
            <a:r>
              <a:rPr lang="en-US" noProof="0"/>
              <a:t>Headline</a:t>
            </a:r>
          </a:p>
        </p:txBody>
      </p:sp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0F2225CD-F1F7-C41D-5918-242BA1CDC2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462208" y="4888608"/>
            <a:ext cx="4488384" cy="209486"/>
          </a:xfrm>
          <a:prstGeom prst="rect">
            <a:avLst/>
          </a:prstGeom>
        </p:spPr>
        <p:txBody>
          <a:bodyPr anchor="b"/>
          <a:lstStyle>
            <a:lvl1pPr algn="ctr">
              <a:defRPr sz="10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Name or Title</a:t>
            </a:r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2556AD5F-B52B-3715-50F1-3E73A2A656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77943" y="4883101"/>
            <a:ext cx="464489" cy="209486"/>
          </a:xfrm>
          <a:prstGeom prst="rect">
            <a:avLst/>
          </a:prstGeom>
        </p:spPr>
        <p:txBody>
          <a:bodyPr anchor="b"/>
          <a:lstStyle>
            <a:lvl1pPr algn="r">
              <a:defRPr sz="1000">
                <a:solidFill>
                  <a:schemeClr val="accent1"/>
                </a:solidFill>
              </a:defRPr>
            </a:lvl1pPr>
          </a:lstStyle>
          <a:p>
            <a:fld id="{38980174-C6B3-D947-9337-50055D327C64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6" name="Datumsplatzhalter 3">
            <a:extLst>
              <a:ext uri="{FF2B5EF4-FFF2-40B4-BE49-F238E27FC236}">
                <a16:creationId xmlns:a16="http://schemas.microsoft.com/office/drawing/2014/main" id="{91AA0448-2B6D-8F80-5447-72C3441C58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648" y="4888608"/>
            <a:ext cx="1732658" cy="209486"/>
          </a:xfrm>
          <a:prstGeom prst="rect">
            <a:avLst/>
          </a:prstGeom>
        </p:spPr>
        <p:txBody>
          <a:bodyPr anchor="b"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fld id="{F4857D61-31C1-3E45-85D2-5957B1946C13}" type="datetime3">
              <a:t>20 January 2025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4172230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67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platzhalter 1">
            <a:extLst>
              <a:ext uri="{FF2B5EF4-FFF2-40B4-BE49-F238E27FC236}">
                <a16:creationId xmlns:a16="http://schemas.microsoft.com/office/drawing/2014/main" id="{C33745C3-5F70-2187-1EFA-EB3A5FD5A9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12732"/>
            <a:ext cx="8280000" cy="900000"/>
          </a:xfrm>
          <a:prstGeom prst="rect">
            <a:avLst/>
          </a:prstGeom>
        </p:spPr>
        <p:txBody>
          <a:bodyPr vert="horz" lIns="0" tIns="324000" rIns="0" bIns="0" rtlCol="0" anchor="t" anchorCtr="0">
            <a:noAutofit/>
          </a:bodyPr>
          <a:lstStyle/>
          <a:p>
            <a:r>
              <a:rPr lang="en-US" noProof="0"/>
              <a:t>Headline</a:t>
            </a:r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11533433-6928-8763-8CE9-954CB6322A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462208" y="4888608"/>
            <a:ext cx="4488384" cy="209486"/>
          </a:xfrm>
          <a:prstGeom prst="rect">
            <a:avLst/>
          </a:prstGeom>
        </p:spPr>
        <p:txBody>
          <a:bodyPr anchor="b"/>
          <a:lstStyle>
            <a:lvl1pPr algn="ctr">
              <a:defRPr sz="10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Name or Title</a:t>
            </a:r>
          </a:p>
        </p:txBody>
      </p:sp>
      <p:sp>
        <p:nvSpPr>
          <p:cNvPr id="9" name="Foliennummernplatzhalter 5">
            <a:extLst>
              <a:ext uri="{FF2B5EF4-FFF2-40B4-BE49-F238E27FC236}">
                <a16:creationId xmlns:a16="http://schemas.microsoft.com/office/drawing/2014/main" id="{08EB94AE-101E-4F59-E6C3-761C0478F6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77943" y="4883101"/>
            <a:ext cx="464489" cy="209486"/>
          </a:xfrm>
          <a:prstGeom prst="rect">
            <a:avLst/>
          </a:prstGeom>
        </p:spPr>
        <p:txBody>
          <a:bodyPr anchor="b"/>
          <a:lstStyle>
            <a:lvl1pPr algn="r">
              <a:defRPr sz="1000">
                <a:solidFill>
                  <a:schemeClr val="accent1"/>
                </a:solidFill>
              </a:defRPr>
            </a:lvl1pPr>
          </a:lstStyle>
          <a:p>
            <a:fld id="{38980174-C6B3-D947-9337-50055D327C64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1" name="Datumsplatzhalter 3">
            <a:extLst>
              <a:ext uri="{FF2B5EF4-FFF2-40B4-BE49-F238E27FC236}">
                <a16:creationId xmlns:a16="http://schemas.microsoft.com/office/drawing/2014/main" id="{C98810DD-BEFC-1105-82EE-28A6C24D1A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648" y="4888608"/>
            <a:ext cx="1732658" cy="209486"/>
          </a:xfrm>
          <a:prstGeom prst="rect">
            <a:avLst/>
          </a:prstGeom>
        </p:spPr>
        <p:txBody>
          <a:bodyPr anchor="b"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fld id="{3A823A5B-32A6-CD4C-A385-47D1C33A4C7A}" type="datetime3">
              <a:t>20 January 2025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665225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ir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6FF35D-4254-6E42-BCAD-AEB711A0F04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3000" y="1361607"/>
            <a:ext cx="6858000" cy="1790700"/>
          </a:xfrm>
        </p:spPr>
        <p:txBody>
          <a:bodyPr anchor="b"/>
          <a:lstStyle>
            <a:lvl1pPr algn="l">
              <a:defRPr sz="3600"/>
            </a:lvl1pPr>
          </a:lstStyle>
          <a:p>
            <a:r>
              <a:rPr lang="en-US" noProof="0"/>
              <a:t>Title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DA0D4D5-1832-6643-A22F-07675D60E9E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3000" y="3350632"/>
            <a:ext cx="6858000" cy="918796"/>
          </a:xfrm>
        </p:spPr>
        <p:txBody>
          <a:bodyPr lIns="0" tIns="0" rIns="0" bIns="0"/>
          <a:lstStyle>
            <a:lvl1pPr marL="0" indent="0" algn="l">
              <a:buNone/>
              <a:defRPr sz="200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Subtitle</a:t>
            </a:r>
          </a:p>
        </p:txBody>
      </p:sp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F79B1967-BBEB-1928-E906-359FE46734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462208" y="4888608"/>
            <a:ext cx="4488384" cy="209486"/>
          </a:xfrm>
          <a:prstGeom prst="rect">
            <a:avLst/>
          </a:prstGeom>
        </p:spPr>
        <p:txBody>
          <a:bodyPr anchor="b"/>
          <a:lstStyle>
            <a:lvl1pPr algn="ctr">
              <a:defRPr sz="100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noProof="0"/>
              <a:t>Name or Title</a:t>
            </a:r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CBBFE94E-EC84-15C8-BC6B-A38C34501F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77943" y="4883101"/>
            <a:ext cx="464489" cy="209486"/>
          </a:xfrm>
          <a:prstGeom prst="rect">
            <a:avLst/>
          </a:prstGeom>
        </p:spPr>
        <p:txBody>
          <a:bodyPr anchor="b"/>
          <a:lstStyle>
            <a:lvl1pPr algn="r">
              <a:defRPr sz="100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38980174-C6B3-D947-9337-50055D327C64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6" name="Datumsplatzhalter 3">
            <a:extLst>
              <a:ext uri="{FF2B5EF4-FFF2-40B4-BE49-F238E27FC236}">
                <a16:creationId xmlns:a16="http://schemas.microsoft.com/office/drawing/2014/main" id="{998876BF-AD94-DD01-A511-D9EE4323EA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648" y="4888608"/>
            <a:ext cx="1732658" cy="209486"/>
          </a:xfrm>
          <a:prstGeom prst="rect">
            <a:avLst/>
          </a:prstGeom>
        </p:spPr>
        <p:txBody>
          <a:bodyPr anchor="b"/>
          <a:lstStyle>
            <a:lvl1pPr>
              <a:defRPr sz="100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18AF4F66-A8FF-A94B-9BA3-972CBC693606}" type="datetime3">
              <a:t>20 January 2025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962212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platzhalter 1">
            <a:extLst>
              <a:ext uri="{FF2B5EF4-FFF2-40B4-BE49-F238E27FC236}">
                <a16:creationId xmlns:a16="http://schemas.microsoft.com/office/drawing/2014/main" id="{DA159813-A43D-EF43-AFEC-76953C959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14000"/>
            <a:ext cx="8280000" cy="900000"/>
          </a:xfrm>
          <a:prstGeom prst="rect">
            <a:avLst/>
          </a:prstGeom>
        </p:spPr>
        <p:txBody>
          <a:bodyPr vert="horz" lIns="0" tIns="324000" rIns="0" bIns="0" rtlCol="0" anchor="t" anchorCtr="0">
            <a:noAutofit/>
          </a:bodyPr>
          <a:lstStyle/>
          <a:p>
            <a:r>
              <a:rPr lang="en-US" noProof="0"/>
              <a:t>Headline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B8D1613-ADFA-D04F-B3AE-D66F23101F2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2000" y="1620000"/>
            <a:ext cx="8280000" cy="2952000"/>
          </a:xfr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/>
            </a:lvl1pPr>
            <a:lvl2pPr marL="180000">
              <a:defRPr/>
            </a:lvl2pPr>
            <a:lvl3pPr>
              <a:defRPr/>
            </a:lvl3pPr>
            <a:lvl4pPr>
              <a:defRPr/>
            </a:lvl4pPr>
            <a:lvl5pPr indent="0">
              <a:defRPr/>
            </a:lvl5pPr>
            <a:lvl6pPr>
              <a:defRPr/>
            </a:lvl6pPr>
          </a:lstStyle>
          <a:p>
            <a:pPr lvl="0"/>
            <a:r>
              <a:rPr lang="en-US" noProof="0"/>
              <a:t>Placeholder Text First Level (Arial 16 grey)</a:t>
            </a:r>
          </a:p>
          <a:p>
            <a:pPr lvl="1"/>
            <a:r>
              <a:rPr lang="en-US" noProof="0"/>
              <a:t>Placeholder Text Second Level (Arial 16)</a:t>
            </a:r>
          </a:p>
          <a:p>
            <a:pPr lvl="2"/>
            <a:r>
              <a:rPr lang="en-US" noProof="0"/>
              <a:t>Placeholder Text Third Level (Arial 14)</a:t>
            </a:r>
          </a:p>
          <a:p>
            <a:pPr lvl="3"/>
            <a:r>
              <a:rPr lang="en-US" noProof="0"/>
              <a:t>Placeholder Text Fourth Level (Arial 14)</a:t>
            </a:r>
          </a:p>
          <a:p>
            <a:pPr lvl="4"/>
            <a:r>
              <a:rPr lang="en-US" noProof="0"/>
              <a:t>Placeholder Text Fifth Level (Arial 12 bold)</a:t>
            </a:r>
          </a:p>
          <a:p>
            <a:pPr lvl="5"/>
            <a:r>
              <a:rPr lang="en-US" noProof="0"/>
              <a:t>Placeholder Text Sixth Level (Arial 12)</a:t>
            </a:r>
          </a:p>
        </p:txBody>
      </p:sp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ECC2AEE9-12EC-52ED-A600-2F6FF4727D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462208" y="4888608"/>
            <a:ext cx="4488384" cy="209486"/>
          </a:xfrm>
          <a:prstGeom prst="rect">
            <a:avLst/>
          </a:prstGeom>
        </p:spPr>
        <p:txBody>
          <a:bodyPr anchor="b"/>
          <a:lstStyle>
            <a:lvl1pPr algn="ctr">
              <a:defRPr sz="100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noProof="0"/>
              <a:t>Name or Title</a:t>
            </a:r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363ADBD8-9427-E662-C0B2-BD5DEE2CA9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77943" y="4883101"/>
            <a:ext cx="464489" cy="209486"/>
          </a:xfrm>
          <a:prstGeom prst="rect">
            <a:avLst/>
          </a:prstGeom>
        </p:spPr>
        <p:txBody>
          <a:bodyPr anchor="b"/>
          <a:lstStyle>
            <a:lvl1pPr algn="r">
              <a:defRPr sz="100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38980174-C6B3-D947-9337-50055D327C64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7" name="Datumsplatzhalter 3">
            <a:extLst>
              <a:ext uri="{FF2B5EF4-FFF2-40B4-BE49-F238E27FC236}">
                <a16:creationId xmlns:a16="http://schemas.microsoft.com/office/drawing/2014/main" id="{9A28530A-BA75-B6E2-3195-3852C6E63C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648" y="4888608"/>
            <a:ext cx="1732658" cy="209486"/>
          </a:xfrm>
          <a:prstGeom prst="rect">
            <a:avLst/>
          </a:prstGeom>
        </p:spPr>
        <p:txBody>
          <a:bodyPr anchor="b"/>
          <a:lstStyle>
            <a:lvl1pPr>
              <a:defRPr sz="100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27026DBB-02DC-3041-9FBF-B5BB1A14E929}" type="datetime3">
              <a:t>20 January 2025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2008642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67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5EC543F1-2AFA-D144-958C-BD8A49E228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2000" y="1620000"/>
            <a:ext cx="3780000" cy="2952000"/>
          </a:xfr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/>
            </a:lvl1pPr>
            <a:lvl2pPr marL="180000">
              <a:defRPr/>
            </a:lvl2pPr>
            <a:lvl3pPr>
              <a:defRPr/>
            </a:lvl3pPr>
            <a:lvl4pPr>
              <a:defRPr/>
            </a:lvl4pPr>
            <a:lvl5pPr indent="0">
              <a:defRPr/>
            </a:lvl5pPr>
            <a:lvl6pPr>
              <a:defRPr/>
            </a:lvl6pPr>
          </a:lstStyle>
          <a:p>
            <a:pPr lvl="0"/>
            <a:r>
              <a:rPr lang="en-US" noProof="0"/>
              <a:t>Placeholder Text First Level (Arial 16 grey)</a:t>
            </a:r>
          </a:p>
          <a:p>
            <a:pPr lvl="1"/>
            <a:r>
              <a:rPr lang="en-US" noProof="0"/>
              <a:t>Placeholder Text Second Level (Arial 16)</a:t>
            </a:r>
          </a:p>
          <a:p>
            <a:pPr lvl="2"/>
            <a:r>
              <a:rPr lang="en-US" noProof="0"/>
              <a:t>Placeholder Text Third Level (Arial 14)</a:t>
            </a:r>
          </a:p>
          <a:p>
            <a:pPr lvl="3"/>
            <a:r>
              <a:rPr lang="en-US" noProof="0"/>
              <a:t>Placeholder Text Fourth Level (Arial 14)</a:t>
            </a:r>
          </a:p>
          <a:p>
            <a:pPr lvl="4"/>
            <a:r>
              <a:rPr lang="en-US" noProof="0"/>
              <a:t>Placeholder Text Fifth Level (Arial 12 bold)</a:t>
            </a:r>
          </a:p>
          <a:p>
            <a:pPr lvl="5"/>
            <a:r>
              <a:rPr lang="en-US" noProof="0"/>
              <a:t>Placeholder Text Sixth Level (Arial 12)</a:t>
            </a:r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F6FE8EE1-D681-CD44-A294-D8DFFB2A50D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932000" y="1620000"/>
            <a:ext cx="3780000" cy="2952000"/>
          </a:xfr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/>
            </a:lvl1pPr>
            <a:lvl2pPr marL="180000">
              <a:defRPr/>
            </a:lvl2pPr>
            <a:lvl3pPr>
              <a:defRPr/>
            </a:lvl3pPr>
            <a:lvl4pPr>
              <a:defRPr/>
            </a:lvl4pPr>
            <a:lvl5pPr indent="0">
              <a:defRPr/>
            </a:lvl5pPr>
            <a:lvl6pPr>
              <a:defRPr/>
            </a:lvl6pPr>
          </a:lstStyle>
          <a:p>
            <a:pPr lvl="0"/>
            <a:r>
              <a:rPr lang="en-US" noProof="0"/>
              <a:t>Placeholder Text First Level (Arial 16 grey)</a:t>
            </a:r>
          </a:p>
          <a:p>
            <a:pPr lvl="1"/>
            <a:r>
              <a:rPr lang="en-US" noProof="0"/>
              <a:t>Placeholder Text Second Level (Arial 16)</a:t>
            </a:r>
          </a:p>
          <a:p>
            <a:pPr lvl="2"/>
            <a:r>
              <a:rPr lang="en-US" noProof="0"/>
              <a:t>Placeholder Text Third Level (Arial 14)</a:t>
            </a:r>
          </a:p>
          <a:p>
            <a:pPr lvl="3"/>
            <a:r>
              <a:rPr lang="en-US" noProof="0"/>
              <a:t>Placeholder Text Fourth Level (Arial 14)</a:t>
            </a:r>
          </a:p>
          <a:p>
            <a:pPr lvl="4"/>
            <a:r>
              <a:rPr lang="en-US" noProof="0"/>
              <a:t>Placeholder Text Fifth Level (Arial 12 bold)</a:t>
            </a:r>
          </a:p>
          <a:p>
            <a:pPr lvl="5"/>
            <a:r>
              <a:rPr lang="en-US" noProof="0"/>
              <a:t>Placeholder Text Sixth Level (Arial 12)</a:t>
            </a: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0F73763-6671-D2B3-6EB4-D7CD379A1D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14000"/>
            <a:ext cx="8280000" cy="900000"/>
          </a:xfrm>
          <a:prstGeom prst="rect">
            <a:avLst/>
          </a:prstGeom>
        </p:spPr>
        <p:txBody>
          <a:bodyPr vert="horz" lIns="0" tIns="324000" rIns="0" bIns="0" rtlCol="0" anchor="t" anchorCtr="0">
            <a:noAutofit/>
          </a:bodyPr>
          <a:lstStyle/>
          <a:p>
            <a:r>
              <a:rPr lang="en-US" noProof="0"/>
              <a:t>Headline</a:t>
            </a:r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FB20D9BA-2BE3-38E9-1AE2-A0CF199976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462208" y="4888608"/>
            <a:ext cx="4488384" cy="209486"/>
          </a:xfrm>
          <a:prstGeom prst="rect">
            <a:avLst/>
          </a:prstGeom>
        </p:spPr>
        <p:txBody>
          <a:bodyPr anchor="b"/>
          <a:lstStyle>
            <a:lvl1pPr algn="ctr">
              <a:defRPr sz="100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noProof="0"/>
              <a:t>Name or Title</a:t>
            </a:r>
          </a:p>
        </p:txBody>
      </p:sp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67681990-479B-D367-7D1C-0763E7CAE8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77943" y="4883101"/>
            <a:ext cx="464489" cy="209486"/>
          </a:xfrm>
          <a:prstGeom prst="rect">
            <a:avLst/>
          </a:prstGeom>
        </p:spPr>
        <p:txBody>
          <a:bodyPr anchor="b"/>
          <a:lstStyle>
            <a:lvl1pPr algn="r">
              <a:defRPr sz="100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38980174-C6B3-D947-9337-50055D327C64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1" name="Datumsplatzhalter 3">
            <a:extLst>
              <a:ext uri="{FF2B5EF4-FFF2-40B4-BE49-F238E27FC236}">
                <a16:creationId xmlns:a16="http://schemas.microsoft.com/office/drawing/2014/main" id="{AB12EB2E-F2D2-E6B8-7C35-4F40451477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648" y="4888608"/>
            <a:ext cx="1732658" cy="209486"/>
          </a:xfrm>
          <a:prstGeom prst="rect">
            <a:avLst/>
          </a:prstGeom>
        </p:spPr>
        <p:txBody>
          <a:bodyPr anchor="b"/>
          <a:lstStyle>
            <a:lvl1pPr>
              <a:defRPr sz="100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6CEE05FF-EE5E-C44B-94F9-66909C898571}" type="datetime3">
              <a:t>20 January 2025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0260318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67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42D61FA-1A24-108D-8A67-196489AA97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14000"/>
            <a:ext cx="8280000" cy="900000"/>
          </a:xfrm>
          <a:prstGeom prst="rect">
            <a:avLst/>
          </a:prstGeom>
        </p:spPr>
        <p:txBody>
          <a:bodyPr vert="horz" lIns="0" tIns="324000" rIns="0" bIns="0" rtlCol="0" anchor="t" anchorCtr="0">
            <a:noAutofit/>
          </a:bodyPr>
          <a:lstStyle/>
          <a:p>
            <a:r>
              <a:rPr lang="en-US" noProof="0"/>
              <a:t>Headline</a:t>
            </a:r>
          </a:p>
        </p:txBody>
      </p:sp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37F36311-CBFA-4799-86EB-1AE25FB9A5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462208" y="4888608"/>
            <a:ext cx="4488384" cy="209486"/>
          </a:xfrm>
          <a:prstGeom prst="rect">
            <a:avLst/>
          </a:prstGeom>
        </p:spPr>
        <p:txBody>
          <a:bodyPr anchor="b"/>
          <a:lstStyle>
            <a:lvl1pPr algn="ctr">
              <a:defRPr sz="100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noProof="0"/>
              <a:t>Name or Title</a:t>
            </a:r>
          </a:p>
        </p:txBody>
      </p:sp>
      <p:sp>
        <p:nvSpPr>
          <p:cNvPr id="7" name="Foliennummernplatzhalter 5">
            <a:extLst>
              <a:ext uri="{FF2B5EF4-FFF2-40B4-BE49-F238E27FC236}">
                <a16:creationId xmlns:a16="http://schemas.microsoft.com/office/drawing/2014/main" id="{E37F7CC8-B41D-2E5B-E812-B960A20C63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77943" y="4883101"/>
            <a:ext cx="464489" cy="209486"/>
          </a:xfrm>
          <a:prstGeom prst="rect">
            <a:avLst/>
          </a:prstGeom>
        </p:spPr>
        <p:txBody>
          <a:bodyPr anchor="b"/>
          <a:lstStyle>
            <a:lvl1pPr algn="r">
              <a:defRPr sz="100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38980174-C6B3-D947-9337-50055D327C64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5" name="Datumsplatzhalter 3">
            <a:extLst>
              <a:ext uri="{FF2B5EF4-FFF2-40B4-BE49-F238E27FC236}">
                <a16:creationId xmlns:a16="http://schemas.microsoft.com/office/drawing/2014/main" id="{09510BF3-9A54-A13D-2136-88EFA6BE10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648" y="4888608"/>
            <a:ext cx="1732658" cy="209486"/>
          </a:xfrm>
          <a:prstGeom prst="rect">
            <a:avLst/>
          </a:prstGeom>
        </p:spPr>
        <p:txBody>
          <a:bodyPr anchor="b"/>
          <a:lstStyle>
            <a:lvl1pPr>
              <a:defRPr sz="100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E034312F-C5AC-994B-904C-8D1DB62E1069}" type="datetime3">
              <a:t>20 January 2025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534090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ir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6FF35D-4254-6E42-BCAD-AEB711A0F04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3000" y="1361607"/>
            <a:ext cx="6858000" cy="1790700"/>
          </a:xfrm>
          <a:prstGeom prst="rect">
            <a:avLst/>
          </a:prstGeom>
        </p:spPr>
        <p:txBody>
          <a:bodyPr anchor="b"/>
          <a:lstStyle>
            <a:lvl1pPr algn="l">
              <a:defRPr sz="3600"/>
            </a:lvl1pPr>
          </a:lstStyle>
          <a:p>
            <a:r>
              <a:rPr lang="en-US" noProof="0"/>
              <a:t>Title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DA0D4D5-1832-6643-A22F-07675D60E9E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3000" y="3350632"/>
            <a:ext cx="6858000" cy="918796"/>
          </a:xfrm>
        </p:spPr>
        <p:txBody>
          <a:bodyPr lIns="0" tIns="0" rIns="0" bIns="0"/>
          <a:lstStyle>
            <a:lvl1pPr marL="0" indent="0" algn="l">
              <a:buNone/>
              <a:defRPr sz="20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Subtitle</a:t>
            </a:r>
          </a:p>
        </p:txBody>
      </p:sp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07D03694-8DDB-5AB4-8EF5-69413B7116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462208" y="4888608"/>
            <a:ext cx="4488384" cy="209486"/>
          </a:xfrm>
          <a:prstGeom prst="rect">
            <a:avLst/>
          </a:prstGeom>
        </p:spPr>
        <p:txBody>
          <a:bodyPr anchor="b"/>
          <a:lstStyle>
            <a:lvl1pPr algn="ctr">
              <a:defRPr sz="10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Name or Title</a:t>
            </a:r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D09704D7-DDCE-0849-B944-82989A5FE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77943" y="4883101"/>
            <a:ext cx="464489" cy="209486"/>
          </a:xfrm>
          <a:prstGeom prst="rect">
            <a:avLst/>
          </a:prstGeom>
        </p:spPr>
        <p:txBody>
          <a:bodyPr anchor="b"/>
          <a:lstStyle>
            <a:lvl1pPr algn="r">
              <a:defRPr sz="1000">
                <a:solidFill>
                  <a:schemeClr val="accent1"/>
                </a:solidFill>
              </a:defRPr>
            </a:lvl1pPr>
          </a:lstStyle>
          <a:p>
            <a:fld id="{38980174-C6B3-D947-9337-50055D327C64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6" name="Datumsplatzhalter 3">
            <a:extLst>
              <a:ext uri="{FF2B5EF4-FFF2-40B4-BE49-F238E27FC236}">
                <a16:creationId xmlns:a16="http://schemas.microsoft.com/office/drawing/2014/main" id="{ED0BEA44-F4D6-E8A1-2795-AFA8396798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648" y="4888608"/>
            <a:ext cx="1732658" cy="209486"/>
          </a:xfrm>
          <a:prstGeom prst="rect">
            <a:avLst/>
          </a:prstGeom>
        </p:spPr>
        <p:txBody>
          <a:bodyPr anchor="b"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fld id="{6F3401CD-8299-4C4E-9072-05F5B68C1F9D}" type="datetime3">
              <a:t>20 January 2025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137701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B8D1613-ADFA-D04F-B3AE-D66F23101F2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2000" y="1620000"/>
            <a:ext cx="8280000" cy="2952000"/>
          </a:xfr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/>
            </a:lvl1pPr>
            <a:lvl2pPr marL="180000">
              <a:defRPr/>
            </a:lvl2pPr>
            <a:lvl3pPr>
              <a:defRPr/>
            </a:lvl3pPr>
            <a:lvl4pPr>
              <a:defRPr/>
            </a:lvl4pPr>
            <a:lvl5pPr indent="0">
              <a:defRPr/>
            </a:lvl5pPr>
            <a:lvl6pPr>
              <a:defRPr/>
            </a:lvl6pPr>
          </a:lstStyle>
          <a:p>
            <a:pPr lvl="0"/>
            <a:r>
              <a:rPr lang="en-US" noProof="0"/>
              <a:t>Placeholder Text First Level (Arial 16 green)</a:t>
            </a:r>
          </a:p>
          <a:p>
            <a:pPr lvl="1"/>
            <a:r>
              <a:rPr lang="en-US" noProof="0"/>
              <a:t>Placeholder Text Second Level (Arial 16)</a:t>
            </a:r>
          </a:p>
          <a:p>
            <a:pPr lvl="2"/>
            <a:r>
              <a:rPr lang="en-US" noProof="0"/>
              <a:t>Placeholder Text Third Level (Arial 14)</a:t>
            </a:r>
          </a:p>
          <a:p>
            <a:pPr lvl="3"/>
            <a:r>
              <a:rPr lang="en-US" noProof="0"/>
              <a:t>Placeholder Text Fourth Level (Arial 14)</a:t>
            </a:r>
          </a:p>
          <a:p>
            <a:pPr lvl="4"/>
            <a:r>
              <a:rPr lang="en-US" noProof="0"/>
              <a:t>Placeholder Text Fifth Level (Arial 12 bold)</a:t>
            </a:r>
          </a:p>
          <a:p>
            <a:pPr lvl="5"/>
            <a:r>
              <a:rPr lang="en-US" noProof="0"/>
              <a:t>Placeholder Text Sixth Level (Arial 12)</a:t>
            </a: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C444985-97E8-720C-697B-F64A5AF49E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12732"/>
            <a:ext cx="8280000" cy="900000"/>
          </a:xfrm>
          <a:prstGeom prst="rect">
            <a:avLst/>
          </a:prstGeom>
        </p:spPr>
        <p:txBody>
          <a:bodyPr vert="horz" lIns="0" tIns="324000" rIns="0" bIns="0" rtlCol="0" anchor="t" anchorCtr="0">
            <a:noAutofit/>
          </a:bodyPr>
          <a:lstStyle/>
          <a:p>
            <a:r>
              <a:rPr lang="en-US" noProof="0"/>
              <a:t>Headline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3A9E0BF-8AC2-64A9-9ED0-7E0C19601C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462208" y="4888608"/>
            <a:ext cx="4488384" cy="209486"/>
          </a:xfrm>
          <a:prstGeom prst="rect">
            <a:avLst/>
          </a:prstGeom>
        </p:spPr>
        <p:txBody>
          <a:bodyPr anchor="b"/>
          <a:lstStyle>
            <a:lvl1pPr algn="ctr">
              <a:defRPr sz="10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Name or Title</a:t>
            </a:r>
          </a:p>
        </p:txBody>
      </p:sp>
      <p:sp>
        <p:nvSpPr>
          <p:cNvPr id="7" name="Foliennummernplatzhalter 5">
            <a:extLst>
              <a:ext uri="{FF2B5EF4-FFF2-40B4-BE49-F238E27FC236}">
                <a16:creationId xmlns:a16="http://schemas.microsoft.com/office/drawing/2014/main" id="{D19FD570-C749-AE2F-E806-0AD2359BF1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77943" y="4883101"/>
            <a:ext cx="464489" cy="209486"/>
          </a:xfrm>
          <a:prstGeom prst="rect">
            <a:avLst/>
          </a:prstGeom>
        </p:spPr>
        <p:txBody>
          <a:bodyPr anchor="b"/>
          <a:lstStyle>
            <a:lvl1pPr algn="r">
              <a:defRPr sz="1000">
                <a:solidFill>
                  <a:schemeClr val="accent1"/>
                </a:solidFill>
              </a:defRPr>
            </a:lvl1pPr>
          </a:lstStyle>
          <a:p>
            <a:fld id="{38980174-C6B3-D947-9337-50055D327C64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6" name="Datumsplatzhalter 3">
            <a:extLst>
              <a:ext uri="{FF2B5EF4-FFF2-40B4-BE49-F238E27FC236}">
                <a16:creationId xmlns:a16="http://schemas.microsoft.com/office/drawing/2014/main" id="{55DC155F-F96A-BB94-EEC9-0DBB95A8AE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648" y="4888608"/>
            <a:ext cx="1732658" cy="209486"/>
          </a:xfrm>
          <a:prstGeom prst="rect">
            <a:avLst/>
          </a:prstGeom>
        </p:spPr>
        <p:txBody>
          <a:bodyPr anchor="b"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fld id="{F79BB31F-113A-0F4B-81A4-72150259713A}" type="datetime3">
              <a:t>20 January 2025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0389622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67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5EC543F1-2AFA-D144-958C-BD8A49E228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2000" y="1620000"/>
            <a:ext cx="3780000" cy="2952000"/>
          </a:xfr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/>
            </a:lvl1pPr>
            <a:lvl2pPr marL="180000">
              <a:defRPr/>
            </a:lvl2pPr>
            <a:lvl3pPr>
              <a:defRPr/>
            </a:lvl3pPr>
            <a:lvl4pPr>
              <a:defRPr/>
            </a:lvl4pPr>
            <a:lvl5pPr indent="0">
              <a:defRPr/>
            </a:lvl5pPr>
            <a:lvl6pPr>
              <a:defRPr/>
            </a:lvl6pPr>
          </a:lstStyle>
          <a:p>
            <a:pPr lvl="0"/>
            <a:r>
              <a:rPr lang="en-US" noProof="0"/>
              <a:t>Placeholder Text First Level (Arial 16 green)</a:t>
            </a:r>
          </a:p>
          <a:p>
            <a:pPr lvl="1"/>
            <a:r>
              <a:rPr lang="en-US" noProof="0"/>
              <a:t>Placeholder Text Second Level (Arial 16)</a:t>
            </a:r>
          </a:p>
          <a:p>
            <a:pPr lvl="2"/>
            <a:r>
              <a:rPr lang="en-US" noProof="0"/>
              <a:t>Placeholder Text Third Level (Arial 14)</a:t>
            </a:r>
          </a:p>
          <a:p>
            <a:pPr lvl="3"/>
            <a:r>
              <a:rPr lang="en-US" noProof="0"/>
              <a:t>Placeholder Text Fourth Level (Arial 14)</a:t>
            </a:r>
          </a:p>
          <a:p>
            <a:pPr lvl="4"/>
            <a:r>
              <a:rPr lang="en-US" noProof="0"/>
              <a:t>Placeholder Text Fifth Level (Arial 12 bold)</a:t>
            </a:r>
          </a:p>
          <a:p>
            <a:pPr lvl="5"/>
            <a:r>
              <a:rPr lang="en-US" noProof="0"/>
              <a:t>Placeholder Text Sixth Level (Arial 12)</a:t>
            </a:r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F6FE8EE1-D681-CD44-A294-D8DFFB2A50D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932000" y="1620000"/>
            <a:ext cx="3780000" cy="2952000"/>
          </a:xfr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/>
            </a:lvl1pPr>
            <a:lvl2pPr marL="180000">
              <a:defRPr/>
            </a:lvl2pPr>
            <a:lvl3pPr>
              <a:defRPr/>
            </a:lvl3pPr>
            <a:lvl4pPr>
              <a:defRPr/>
            </a:lvl4pPr>
            <a:lvl5pPr indent="0">
              <a:defRPr/>
            </a:lvl5pPr>
            <a:lvl6pPr>
              <a:defRPr/>
            </a:lvl6pPr>
          </a:lstStyle>
          <a:p>
            <a:pPr lvl="0"/>
            <a:r>
              <a:rPr lang="en-US" noProof="0"/>
              <a:t>Placeholder Text First Level (Arial 16 green)</a:t>
            </a:r>
          </a:p>
          <a:p>
            <a:pPr lvl="1"/>
            <a:r>
              <a:rPr lang="en-US" noProof="0"/>
              <a:t>Placeholder Text Second Level (Arial 16)</a:t>
            </a:r>
          </a:p>
          <a:p>
            <a:pPr lvl="2"/>
            <a:r>
              <a:rPr lang="en-US" noProof="0"/>
              <a:t>Placeholder Text Third Level (Arial 14)</a:t>
            </a:r>
          </a:p>
          <a:p>
            <a:pPr lvl="3"/>
            <a:r>
              <a:rPr lang="en-US" noProof="0"/>
              <a:t>Placeholder Text Fourth Level (Arial 14)</a:t>
            </a:r>
          </a:p>
          <a:p>
            <a:pPr lvl="4"/>
            <a:r>
              <a:rPr lang="en-US" noProof="0"/>
              <a:t>Placeholder Text Fifth Level (Arial 12 bold)</a:t>
            </a:r>
          </a:p>
          <a:p>
            <a:pPr lvl="5"/>
            <a:r>
              <a:rPr lang="en-US" noProof="0"/>
              <a:t>Placeholder Text Sixth Level (Arial 12)</a:t>
            </a: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48A7D89-F5C0-E14B-085C-E6F53B24C9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12732"/>
            <a:ext cx="8280000" cy="900000"/>
          </a:xfrm>
          <a:prstGeom prst="rect">
            <a:avLst/>
          </a:prstGeom>
        </p:spPr>
        <p:txBody>
          <a:bodyPr vert="horz" lIns="0" tIns="324000" rIns="0" bIns="0" rtlCol="0" anchor="t" anchorCtr="0">
            <a:noAutofit/>
          </a:bodyPr>
          <a:lstStyle/>
          <a:p>
            <a:r>
              <a:rPr lang="en-US" noProof="0"/>
              <a:t>Headline</a:t>
            </a:r>
          </a:p>
        </p:txBody>
      </p:sp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2CAA06BF-542B-A65D-2F57-C31CCE780F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462208" y="4888608"/>
            <a:ext cx="4488384" cy="209486"/>
          </a:xfrm>
          <a:prstGeom prst="rect">
            <a:avLst/>
          </a:prstGeom>
        </p:spPr>
        <p:txBody>
          <a:bodyPr anchor="b"/>
          <a:lstStyle>
            <a:lvl1pPr algn="ctr">
              <a:defRPr sz="10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Name or Title</a:t>
            </a:r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D38C2811-0711-2E19-7A0D-81D6F805F3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77943" y="4883101"/>
            <a:ext cx="464489" cy="209486"/>
          </a:xfrm>
          <a:prstGeom prst="rect">
            <a:avLst/>
          </a:prstGeom>
        </p:spPr>
        <p:txBody>
          <a:bodyPr anchor="b"/>
          <a:lstStyle>
            <a:lvl1pPr algn="r">
              <a:defRPr sz="1000">
                <a:solidFill>
                  <a:schemeClr val="accent1"/>
                </a:solidFill>
              </a:defRPr>
            </a:lvl1pPr>
          </a:lstStyle>
          <a:p>
            <a:fld id="{38980174-C6B3-D947-9337-50055D327C64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6" name="Datumsplatzhalter 3">
            <a:extLst>
              <a:ext uri="{FF2B5EF4-FFF2-40B4-BE49-F238E27FC236}">
                <a16:creationId xmlns:a16="http://schemas.microsoft.com/office/drawing/2014/main" id="{D749C999-A6BC-8FED-4CD3-842E637E50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648" y="4888608"/>
            <a:ext cx="1732658" cy="209486"/>
          </a:xfrm>
          <a:prstGeom prst="rect">
            <a:avLst/>
          </a:prstGeom>
        </p:spPr>
        <p:txBody>
          <a:bodyPr anchor="b"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fld id="{58B6E9B1-FE64-F749-B1CF-6F8BDDA06A83}" type="datetime3">
              <a:t>20 January 2025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7434393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67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F1EAEDF-1930-AF1C-8278-365DB3BB76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12732"/>
            <a:ext cx="8280000" cy="900000"/>
          </a:xfrm>
          <a:prstGeom prst="rect">
            <a:avLst/>
          </a:prstGeom>
        </p:spPr>
        <p:txBody>
          <a:bodyPr vert="horz" lIns="0" tIns="324000" rIns="0" bIns="0" rtlCol="0" anchor="t" anchorCtr="0">
            <a:noAutofit/>
          </a:bodyPr>
          <a:lstStyle/>
          <a:p>
            <a:r>
              <a:rPr lang="en-US" noProof="0"/>
              <a:t>Headline</a:t>
            </a:r>
          </a:p>
        </p:txBody>
      </p:sp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52C9E839-CD5F-66EC-FA8D-DDDFE5E909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462208" y="4888608"/>
            <a:ext cx="4488384" cy="209486"/>
          </a:xfrm>
          <a:prstGeom prst="rect">
            <a:avLst/>
          </a:prstGeom>
        </p:spPr>
        <p:txBody>
          <a:bodyPr anchor="b"/>
          <a:lstStyle>
            <a:lvl1pPr algn="ctr">
              <a:defRPr sz="10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Name or Title</a:t>
            </a:r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4F829915-4B4B-2AD2-82B5-AB4C6700F6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77943" y="4883101"/>
            <a:ext cx="464489" cy="209486"/>
          </a:xfrm>
          <a:prstGeom prst="rect">
            <a:avLst/>
          </a:prstGeom>
        </p:spPr>
        <p:txBody>
          <a:bodyPr anchor="b"/>
          <a:lstStyle>
            <a:lvl1pPr algn="r">
              <a:defRPr sz="1000">
                <a:solidFill>
                  <a:schemeClr val="accent1"/>
                </a:solidFill>
              </a:defRPr>
            </a:lvl1pPr>
          </a:lstStyle>
          <a:p>
            <a:fld id="{38980174-C6B3-D947-9337-50055D327C64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6" name="Datumsplatzhalter 3">
            <a:extLst>
              <a:ext uri="{FF2B5EF4-FFF2-40B4-BE49-F238E27FC236}">
                <a16:creationId xmlns:a16="http://schemas.microsoft.com/office/drawing/2014/main" id="{2C70E7F8-BF11-5B11-6A5C-DCC9C2281C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648" y="4888608"/>
            <a:ext cx="1732658" cy="209486"/>
          </a:xfrm>
          <a:prstGeom prst="rect">
            <a:avLst/>
          </a:prstGeom>
        </p:spPr>
        <p:txBody>
          <a:bodyPr anchor="b"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fld id="{F8816634-FB86-7D41-A968-5765CCFA898D}" type="datetime3">
              <a:t>20 January 2025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6850193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ir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6FF35D-4254-6E42-BCAD-AEB711A0F04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3000" y="1361607"/>
            <a:ext cx="6858000" cy="1790700"/>
          </a:xfrm>
        </p:spPr>
        <p:txBody>
          <a:bodyPr anchor="b"/>
          <a:lstStyle>
            <a:lvl1pPr algn="l">
              <a:defRPr sz="3600"/>
            </a:lvl1pPr>
          </a:lstStyle>
          <a:p>
            <a:r>
              <a:rPr lang="en-US" noProof="0"/>
              <a:t>Headline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DA0D4D5-1832-6643-A22F-07675D60E9E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3000" y="3350632"/>
            <a:ext cx="6858000" cy="918796"/>
          </a:xfrm>
        </p:spPr>
        <p:txBody>
          <a:bodyPr lIns="0" tIns="0" rIns="0" bIns="0"/>
          <a:lstStyle>
            <a:lvl1pPr marL="0" indent="0" algn="l">
              <a:buNone/>
              <a:defRPr sz="200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Subtitle</a:t>
            </a:r>
          </a:p>
        </p:txBody>
      </p:sp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92E68014-F157-3BA4-147C-744455222C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462208" y="4888608"/>
            <a:ext cx="4488384" cy="209486"/>
          </a:xfrm>
          <a:prstGeom prst="rect">
            <a:avLst/>
          </a:prstGeom>
        </p:spPr>
        <p:txBody>
          <a:bodyPr anchor="b"/>
          <a:lstStyle>
            <a:lvl1pPr algn="ctr">
              <a:defRPr sz="100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noProof="0"/>
              <a:t>Name or Title</a:t>
            </a:r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DFE5A316-5726-7361-D6EB-00168754C6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77943" y="4883101"/>
            <a:ext cx="464489" cy="209486"/>
          </a:xfrm>
          <a:prstGeom prst="rect">
            <a:avLst/>
          </a:prstGeom>
        </p:spPr>
        <p:txBody>
          <a:bodyPr anchor="b"/>
          <a:lstStyle>
            <a:lvl1pPr algn="r">
              <a:defRPr sz="100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38980174-C6B3-D947-9337-50055D327C64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6" name="Datumsplatzhalter 3">
            <a:extLst>
              <a:ext uri="{FF2B5EF4-FFF2-40B4-BE49-F238E27FC236}">
                <a16:creationId xmlns:a16="http://schemas.microsoft.com/office/drawing/2014/main" id="{8D82E59E-0C91-8024-0560-4AF78AE858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648" y="4888608"/>
            <a:ext cx="1732658" cy="209486"/>
          </a:xfrm>
          <a:prstGeom prst="rect">
            <a:avLst/>
          </a:prstGeom>
        </p:spPr>
        <p:txBody>
          <a:bodyPr anchor="b"/>
          <a:lstStyle>
            <a:lvl1pPr>
              <a:defRPr sz="100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A4F3E0DF-FF3E-7E4E-A0CB-2EE5E3214635}" type="datetime3">
              <a:t>20 January 2025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6743596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platzhalter 1">
            <a:extLst>
              <a:ext uri="{FF2B5EF4-FFF2-40B4-BE49-F238E27FC236}">
                <a16:creationId xmlns:a16="http://schemas.microsoft.com/office/drawing/2014/main" id="{DA159813-A43D-EF43-AFEC-76953C959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14000"/>
            <a:ext cx="8280000" cy="900000"/>
          </a:xfrm>
          <a:prstGeom prst="rect">
            <a:avLst/>
          </a:prstGeom>
        </p:spPr>
        <p:txBody>
          <a:bodyPr vert="horz" lIns="0" tIns="324000" rIns="0" bIns="0" rtlCol="0" anchor="t" anchorCtr="0">
            <a:noAutofit/>
          </a:bodyPr>
          <a:lstStyle/>
          <a:p>
            <a:r>
              <a:rPr lang="en-US" noProof="0"/>
              <a:t>Headline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B8D1613-ADFA-D04F-B3AE-D66F23101F2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2000" y="1620000"/>
            <a:ext cx="8280000" cy="2952000"/>
          </a:xfr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/>
            </a:lvl1pPr>
            <a:lvl2pPr marL="180000">
              <a:defRPr/>
            </a:lvl2pPr>
            <a:lvl3pPr>
              <a:defRPr/>
            </a:lvl3pPr>
            <a:lvl4pPr>
              <a:defRPr/>
            </a:lvl4pPr>
            <a:lvl5pPr indent="0">
              <a:defRPr/>
            </a:lvl5pPr>
            <a:lvl6pPr>
              <a:defRPr/>
            </a:lvl6pPr>
          </a:lstStyle>
          <a:p>
            <a:pPr lvl="0"/>
            <a:r>
              <a:rPr lang="en-US" noProof="0"/>
              <a:t>Placeholder Text First Level (Arial 16 grey)</a:t>
            </a:r>
          </a:p>
          <a:p>
            <a:pPr lvl="1"/>
            <a:r>
              <a:rPr lang="en-US" noProof="0"/>
              <a:t>Placeholder Text Second Level (Arial 16)</a:t>
            </a:r>
          </a:p>
          <a:p>
            <a:pPr lvl="2"/>
            <a:r>
              <a:rPr lang="en-US" noProof="0"/>
              <a:t>Placeholder Text Third Level (Arial 14)</a:t>
            </a:r>
          </a:p>
          <a:p>
            <a:pPr lvl="3"/>
            <a:r>
              <a:rPr lang="en-US" noProof="0"/>
              <a:t>Placeholder Text Fourth Level (Arial 14)</a:t>
            </a:r>
          </a:p>
          <a:p>
            <a:pPr lvl="4"/>
            <a:r>
              <a:rPr lang="en-US" noProof="0"/>
              <a:t>Placeholder Text Fifth Level (Arial 12 bold)</a:t>
            </a:r>
          </a:p>
          <a:p>
            <a:pPr lvl="5"/>
            <a:r>
              <a:rPr lang="en-US" noProof="0"/>
              <a:t>Placeholder Text Sixth Level (Arial 12)</a:t>
            </a:r>
          </a:p>
        </p:txBody>
      </p:sp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319CA4FC-2CA7-D057-803F-B4142532AC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462208" y="4888608"/>
            <a:ext cx="4488384" cy="209486"/>
          </a:xfrm>
          <a:prstGeom prst="rect">
            <a:avLst/>
          </a:prstGeom>
        </p:spPr>
        <p:txBody>
          <a:bodyPr anchor="b"/>
          <a:lstStyle>
            <a:lvl1pPr algn="ctr">
              <a:defRPr sz="100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noProof="0"/>
              <a:t>Name or Title</a:t>
            </a:r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7B4E59EE-F78D-EE61-A7E4-DAF52E6E6C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77943" y="4883101"/>
            <a:ext cx="464489" cy="209486"/>
          </a:xfrm>
          <a:prstGeom prst="rect">
            <a:avLst/>
          </a:prstGeom>
        </p:spPr>
        <p:txBody>
          <a:bodyPr anchor="b"/>
          <a:lstStyle>
            <a:lvl1pPr algn="r">
              <a:defRPr sz="100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38980174-C6B3-D947-9337-50055D327C64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7" name="Datumsplatzhalter 3">
            <a:extLst>
              <a:ext uri="{FF2B5EF4-FFF2-40B4-BE49-F238E27FC236}">
                <a16:creationId xmlns:a16="http://schemas.microsoft.com/office/drawing/2014/main" id="{F4968E17-A1C7-530B-76F9-CFFC9B82D8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648" y="4888608"/>
            <a:ext cx="1732658" cy="209486"/>
          </a:xfrm>
          <a:prstGeom prst="rect">
            <a:avLst/>
          </a:prstGeom>
        </p:spPr>
        <p:txBody>
          <a:bodyPr anchor="b"/>
          <a:lstStyle>
            <a:lvl1pPr>
              <a:defRPr sz="100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34BA76B7-CC87-2442-ACE4-EEAEB3715576}" type="datetime3">
              <a:t>20 January 2025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1509458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67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5EC543F1-2AFA-D144-958C-BD8A49E228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2000" y="1620000"/>
            <a:ext cx="3780000" cy="2952000"/>
          </a:xfr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/>
            </a:lvl1pPr>
            <a:lvl2pPr marL="180000">
              <a:defRPr/>
            </a:lvl2pPr>
            <a:lvl3pPr>
              <a:defRPr/>
            </a:lvl3pPr>
            <a:lvl4pPr>
              <a:defRPr/>
            </a:lvl4pPr>
            <a:lvl5pPr indent="0">
              <a:defRPr/>
            </a:lvl5pPr>
            <a:lvl6pPr>
              <a:defRPr/>
            </a:lvl6pPr>
          </a:lstStyle>
          <a:p>
            <a:pPr lvl="0"/>
            <a:r>
              <a:rPr lang="en-US" noProof="0"/>
              <a:t>Placeholder Text First Level (Arial 16 grey)</a:t>
            </a:r>
          </a:p>
          <a:p>
            <a:pPr lvl="1"/>
            <a:r>
              <a:rPr lang="en-US" noProof="0"/>
              <a:t>Placeholder Text Second Level (Arial 16)</a:t>
            </a:r>
          </a:p>
          <a:p>
            <a:pPr lvl="2"/>
            <a:r>
              <a:rPr lang="en-US" noProof="0"/>
              <a:t>Placeholder Text Third Level (Arial 14)</a:t>
            </a:r>
          </a:p>
          <a:p>
            <a:pPr lvl="3"/>
            <a:r>
              <a:rPr lang="en-US" noProof="0"/>
              <a:t>Placeholder Text Fourth Level (Arial 14)</a:t>
            </a:r>
          </a:p>
          <a:p>
            <a:pPr lvl="4"/>
            <a:r>
              <a:rPr lang="en-US" noProof="0"/>
              <a:t>Placeholder Text Fifth Level (Arial 12 bold)</a:t>
            </a:r>
          </a:p>
          <a:p>
            <a:pPr lvl="5"/>
            <a:r>
              <a:rPr lang="en-US" noProof="0"/>
              <a:t>Placeholder Text Sixth Level (Arial 12)</a:t>
            </a:r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F6FE8EE1-D681-CD44-A294-D8DFFB2A50D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932000" y="1620000"/>
            <a:ext cx="3780000" cy="2952000"/>
          </a:xfr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/>
            </a:lvl1pPr>
            <a:lvl2pPr marL="180000">
              <a:defRPr/>
            </a:lvl2pPr>
            <a:lvl3pPr>
              <a:defRPr/>
            </a:lvl3pPr>
            <a:lvl4pPr>
              <a:defRPr/>
            </a:lvl4pPr>
            <a:lvl5pPr indent="0">
              <a:defRPr/>
            </a:lvl5pPr>
            <a:lvl6pPr>
              <a:defRPr/>
            </a:lvl6pPr>
          </a:lstStyle>
          <a:p>
            <a:pPr lvl="0"/>
            <a:r>
              <a:rPr lang="en-US" noProof="0"/>
              <a:t>Placeholder Text First Level (Arial 16 grey)</a:t>
            </a:r>
          </a:p>
          <a:p>
            <a:pPr lvl="1"/>
            <a:r>
              <a:rPr lang="en-US" noProof="0"/>
              <a:t>Placeholder Text Second Level (Arial 16)</a:t>
            </a:r>
          </a:p>
          <a:p>
            <a:pPr lvl="2"/>
            <a:r>
              <a:rPr lang="en-US" noProof="0"/>
              <a:t>Placeholder Text Third Level (Arial 14)</a:t>
            </a:r>
          </a:p>
          <a:p>
            <a:pPr lvl="3"/>
            <a:r>
              <a:rPr lang="en-US" noProof="0"/>
              <a:t>Placeholder Text Fourth Level (Arial 14)</a:t>
            </a:r>
          </a:p>
          <a:p>
            <a:pPr lvl="4"/>
            <a:r>
              <a:rPr lang="en-US" noProof="0"/>
              <a:t>Placeholder Text Fifth Level (Arial 12 bold)</a:t>
            </a:r>
          </a:p>
          <a:p>
            <a:pPr lvl="5"/>
            <a:r>
              <a:rPr lang="en-US" noProof="0"/>
              <a:t>Placeholder Text Sixth Level (Arial 12)</a:t>
            </a: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51ECFD8-DCD0-F838-C71F-ECD5F2A202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14000"/>
            <a:ext cx="8280000" cy="900000"/>
          </a:xfrm>
          <a:prstGeom prst="rect">
            <a:avLst/>
          </a:prstGeom>
        </p:spPr>
        <p:txBody>
          <a:bodyPr vert="horz" lIns="0" tIns="324000" rIns="0" bIns="0" rtlCol="0" anchor="t" anchorCtr="0">
            <a:noAutofit/>
          </a:bodyPr>
          <a:lstStyle/>
          <a:p>
            <a:r>
              <a:rPr lang="en-US" noProof="0"/>
              <a:t>Headline</a:t>
            </a:r>
          </a:p>
        </p:txBody>
      </p:sp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C2D30F53-CBAE-75C2-5626-196BB75774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462208" y="4888608"/>
            <a:ext cx="4488384" cy="209486"/>
          </a:xfrm>
          <a:prstGeom prst="rect">
            <a:avLst/>
          </a:prstGeom>
        </p:spPr>
        <p:txBody>
          <a:bodyPr anchor="b"/>
          <a:lstStyle>
            <a:lvl1pPr algn="ctr">
              <a:defRPr sz="100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noProof="0"/>
              <a:t>Name or Title</a:t>
            </a:r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72DF659F-774B-59A0-155A-40F6BF4622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77943" y="4883101"/>
            <a:ext cx="464489" cy="209486"/>
          </a:xfrm>
          <a:prstGeom prst="rect">
            <a:avLst/>
          </a:prstGeom>
        </p:spPr>
        <p:txBody>
          <a:bodyPr anchor="b"/>
          <a:lstStyle>
            <a:lvl1pPr algn="r">
              <a:defRPr sz="100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38980174-C6B3-D947-9337-50055D327C64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6" name="Datumsplatzhalter 3">
            <a:extLst>
              <a:ext uri="{FF2B5EF4-FFF2-40B4-BE49-F238E27FC236}">
                <a16:creationId xmlns:a16="http://schemas.microsoft.com/office/drawing/2014/main" id="{D6347B9E-A009-97BA-5184-500864EC2D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648" y="4888608"/>
            <a:ext cx="1732658" cy="209486"/>
          </a:xfrm>
          <a:prstGeom prst="rect">
            <a:avLst/>
          </a:prstGeom>
        </p:spPr>
        <p:txBody>
          <a:bodyPr anchor="b"/>
          <a:lstStyle>
            <a:lvl1pPr>
              <a:defRPr sz="100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6375A84D-8FFA-414C-84CC-40B87F8C0486}" type="datetime3">
              <a:t>20 January 2025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7146852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67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78F9D35E-4567-C56A-B922-1CC5FAB9DB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14000"/>
            <a:ext cx="8280000" cy="900000"/>
          </a:xfrm>
          <a:prstGeom prst="rect">
            <a:avLst/>
          </a:prstGeom>
        </p:spPr>
        <p:txBody>
          <a:bodyPr vert="horz" lIns="0" tIns="324000" rIns="0" bIns="0" rtlCol="0" anchor="t" anchorCtr="0">
            <a:noAutofit/>
          </a:bodyPr>
          <a:lstStyle/>
          <a:p>
            <a:r>
              <a:rPr lang="en-US" noProof="0"/>
              <a:t>Headline</a:t>
            </a:r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37198448-0707-4507-EA0A-7E9CCB610C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462208" y="4888608"/>
            <a:ext cx="4488384" cy="209486"/>
          </a:xfrm>
          <a:prstGeom prst="rect">
            <a:avLst/>
          </a:prstGeom>
        </p:spPr>
        <p:txBody>
          <a:bodyPr anchor="b"/>
          <a:lstStyle>
            <a:lvl1pPr algn="ctr">
              <a:defRPr sz="100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noProof="0"/>
              <a:t>Name or Title</a:t>
            </a:r>
          </a:p>
        </p:txBody>
      </p:sp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4E46741D-E589-B64D-E78B-E2B59803C1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77943" y="4883101"/>
            <a:ext cx="464489" cy="209486"/>
          </a:xfrm>
          <a:prstGeom prst="rect">
            <a:avLst/>
          </a:prstGeom>
        </p:spPr>
        <p:txBody>
          <a:bodyPr anchor="b"/>
          <a:lstStyle>
            <a:lvl1pPr algn="r">
              <a:defRPr sz="100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38980174-C6B3-D947-9337-50055D327C64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3" name="Datumsplatzhalter 3">
            <a:extLst>
              <a:ext uri="{FF2B5EF4-FFF2-40B4-BE49-F238E27FC236}">
                <a16:creationId xmlns:a16="http://schemas.microsoft.com/office/drawing/2014/main" id="{1F7028BB-F741-A0C3-BB4B-857B0D366E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648" y="4888608"/>
            <a:ext cx="1732658" cy="209486"/>
          </a:xfrm>
          <a:prstGeom prst="rect">
            <a:avLst/>
          </a:prstGeom>
        </p:spPr>
        <p:txBody>
          <a:bodyPr anchor="b"/>
          <a:lstStyle>
            <a:lvl1pPr>
              <a:defRPr sz="100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5D0C0AFC-0A24-FB4A-B880-F129CBB57548}" type="datetime3">
              <a:t>20 January 2025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1534358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platzhalter 1">
            <a:extLst>
              <a:ext uri="{FF2B5EF4-FFF2-40B4-BE49-F238E27FC236}">
                <a16:creationId xmlns:a16="http://schemas.microsoft.com/office/drawing/2014/main" id="{DA159813-A43D-EF43-AFEC-76953C959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5155" y="1019156"/>
            <a:ext cx="7046889" cy="87737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/>
              <a:t>Headline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B8D1613-ADFA-D04F-B3AE-D66F23101F2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85155" y="2365022"/>
            <a:ext cx="7046890" cy="19191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accent1"/>
                </a:solidFill>
              </a:defRPr>
            </a:lvl1pPr>
            <a:lvl2pPr marL="180000">
              <a:defRPr/>
            </a:lvl2pPr>
            <a:lvl3pPr>
              <a:defRPr/>
            </a:lvl3pPr>
            <a:lvl4pPr>
              <a:defRPr/>
            </a:lvl4pPr>
            <a:lvl5pPr indent="0">
              <a:defRPr/>
            </a:lvl5pPr>
            <a:lvl6pPr>
              <a:defRPr/>
            </a:lvl6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5"/>
            <a:r>
              <a:rPr lang="en-US" noProof="0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22185419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67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platzhalter 1">
            <a:extLst>
              <a:ext uri="{FF2B5EF4-FFF2-40B4-BE49-F238E27FC236}">
                <a16:creationId xmlns:a16="http://schemas.microsoft.com/office/drawing/2014/main" id="{DA159813-A43D-EF43-AFEC-76953C959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5155" y="1019156"/>
            <a:ext cx="7046889" cy="87737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/>
              <a:t>Headline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B8D1613-ADFA-D04F-B3AE-D66F23101F2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85155" y="2365022"/>
            <a:ext cx="7046890" cy="1919111"/>
          </a:xfr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/>
            </a:lvl1pPr>
            <a:lvl2pPr marL="180000">
              <a:defRPr/>
            </a:lvl2pPr>
            <a:lvl3pPr>
              <a:defRPr/>
            </a:lvl3pPr>
            <a:lvl4pPr>
              <a:defRPr/>
            </a:lvl4pPr>
            <a:lvl5pPr indent="0">
              <a:defRPr/>
            </a:lvl5pPr>
            <a:lvl6pPr>
              <a:defRPr/>
            </a:lvl6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5"/>
            <a:r>
              <a:rPr lang="en-US" noProof="0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2848425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67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.png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2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.png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16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7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AC588B4D-42DF-F142-9B84-FD0C61601874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149"/>
          <a:stretch/>
        </p:blipFill>
        <p:spPr>
          <a:xfrm>
            <a:off x="-1" y="4793326"/>
            <a:ext cx="9144001" cy="350174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A1BA813C-E8D8-D448-B188-0384AA95E96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665" b="57363"/>
          <a:stretch/>
        </p:blipFill>
        <p:spPr>
          <a:xfrm>
            <a:off x="-1" y="0"/>
            <a:ext cx="9144001" cy="413865"/>
          </a:xfrm>
          <a:prstGeom prst="rect">
            <a:avLst/>
          </a:prstGeom>
        </p:spPr>
      </p:pic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87FFBD85-E1D9-7E4F-8D43-D1FE4B8C2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12732"/>
            <a:ext cx="8280000" cy="900000"/>
          </a:xfrm>
          <a:prstGeom prst="rect">
            <a:avLst/>
          </a:prstGeom>
        </p:spPr>
        <p:txBody>
          <a:bodyPr vert="horz" lIns="0" tIns="324000" rIns="0" bIns="0" rtlCol="0" anchor="t" anchorCtr="0">
            <a:noAutofit/>
          </a:bodyPr>
          <a:lstStyle/>
          <a:p>
            <a:r>
              <a:rPr lang="en-US" noProof="0"/>
              <a:t>Headline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F7378E1-7FBF-534D-8F29-FAB72E458F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618406"/>
            <a:ext cx="8280000" cy="2952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Placeholder Text First Level (Arial 16 green)</a:t>
            </a:r>
          </a:p>
          <a:p>
            <a:pPr lvl="1"/>
            <a:r>
              <a:rPr lang="en-US" noProof="0"/>
              <a:t>Placeholder Text Second Level (Arial 16)</a:t>
            </a:r>
          </a:p>
          <a:p>
            <a:pPr lvl="2"/>
            <a:r>
              <a:rPr lang="en-US" noProof="0"/>
              <a:t>Placeholder Text Third Level (Arial 14)</a:t>
            </a:r>
          </a:p>
          <a:p>
            <a:pPr lvl="3"/>
            <a:r>
              <a:rPr lang="en-US" noProof="0"/>
              <a:t>Placeholder Text Fourth Level (Arial 14)</a:t>
            </a:r>
          </a:p>
          <a:p>
            <a:pPr lvl="4"/>
            <a:r>
              <a:rPr lang="en-US" noProof="0"/>
              <a:t>Placeholder Text Fifth Level (Arial 12 bold)</a:t>
            </a:r>
          </a:p>
          <a:p>
            <a:pPr lvl="5"/>
            <a:r>
              <a:rPr lang="en-US" noProof="0"/>
              <a:t>Placeholder Text Sixth Level (Arial 12)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BCC519B6-2EE3-C648-9BD7-9BEE6D2FB9ED}"/>
              </a:ext>
            </a:extLst>
          </p:cNvPr>
          <p:cNvSpPr/>
          <p:nvPr/>
        </p:nvSpPr>
        <p:spPr>
          <a:xfrm>
            <a:off x="2" y="395865"/>
            <a:ext cx="9144001" cy="18000"/>
          </a:xfrm>
          <a:prstGeom prst="rect">
            <a:avLst/>
          </a:prstGeom>
          <a:solidFill>
            <a:srgbClr val="8FAB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49" noProof="0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206C5903-643F-B141-8F69-669641A6EB95}"/>
              </a:ext>
            </a:extLst>
          </p:cNvPr>
          <p:cNvSpPr/>
          <p:nvPr/>
        </p:nvSpPr>
        <p:spPr>
          <a:xfrm flipV="1">
            <a:off x="-2" y="4797575"/>
            <a:ext cx="9144001" cy="18000"/>
          </a:xfrm>
          <a:prstGeom prst="rect">
            <a:avLst/>
          </a:prstGeom>
          <a:solidFill>
            <a:srgbClr val="8FAB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49" noProof="0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145C4F51-33D2-F2DE-F911-B96B1BCF11B3}"/>
              </a:ext>
            </a:extLst>
          </p:cNvPr>
          <p:cNvSpPr/>
          <p:nvPr userDrawn="1"/>
        </p:nvSpPr>
        <p:spPr>
          <a:xfrm>
            <a:off x="2" y="395865"/>
            <a:ext cx="9144001" cy="18000"/>
          </a:xfrm>
          <a:prstGeom prst="rect">
            <a:avLst/>
          </a:prstGeom>
          <a:solidFill>
            <a:srgbClr val="8FAB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49" noProof="0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45D2F05B-DC57-C2C2-193F-21E2F62FF8E0}"/>
              </a:ext>
            </a:extLst>
          </p:cNvPr>
          <p:cNvSpPr/>
          <p:nvPr userDrawn="1"/>
        </p:nvSpPr>
        <p:spPr>
          <a:xfrm flipV="1">
            <a:off x="-2" y="4797575"/>
            <a:ext cx="9144001" cy="18000"/>
          </a:xfrm>
          <a:prstGeom prst="rect">
            <a:avLst/>
          </a:prstGeom>
          <a:solidFill>
            <a:srgbClr val="8FAB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49" noProof="0"/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FA1C3081-F78A-C717-1A25-31E076EC604B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rcRect/>
          <a:stretch/>
        </p:blipFill>
        <p:spPr>
          <a:xfrm>
            <a:off x="7529963" y="30736"/>
            <a:ext cx="1568114" cy="340365"/>
          </a:xfrm>
          <a:prstGeom prst="rect">
            <a:avLst/>
          </a:prstGeom>
        </p:spPr>
      </p:pic>
      <p:sp>
        <p:nvSpPr>
          <p:cNvPr id="21" name="Fußzeilenplatzhalter 4">
            <a:extLst>
              <a:ext uri="{FF2B5EF4-FFF2-40B4-BE49-F238E27FC236}">
                <a16:creationId xmlns:a16="http://schemas.microsoft.com/office/drawing/2014/main" id="{932B02EA-C7E8-9197-C7A1-4F373EB27E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462208" y="4888608"/>
            <a:ext cx="4488384" cy="209486"/>
          </a:xfrm>
          <a:prstGeom prst="rect">
            <a:avLst/>
          </a:prstGeom>
        </p:spPr>
        <p:txBody>
          <a:bodyPr anchor="b"/>
          <a:lstStyle>
            <a:lvl1pPr algn="ctr">
              <a:defRPr sz="10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Name or Title</a:t>
            </a:r>
          </a:p>
        </p:txBody>
      </p:sp>
      <p:sp>
        <p:nvSpPr>
          <p:cNvPr id="22" name="Foliennummernplatzhalter 5">
            <a:extLst>
              <a:ext uri="{FF2B5EF4-FFF2-40B4-BE49-F238E27FC236}">
                <a16:creationId xmlns:a16="http://schemas.microsoft.com/office/drawing/2014/main" id="{D41FB6F7-3887-9C00-436A-1330FBE688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77943" y="4883101"/>
            <a:ext cx="464489" cy="209486"/>
          </a:xfrm>
          <a:prstGeom prst="rect">
            <a:avLst/>
          </a:prstGeom>
        </p:spPr>
        <p:txBody>
          <a:bodyPr anchor="b"/>
          <a:lstStyle>
            <a:lvl1pPr algn="r">
              <a:defRPr sz="1000">
                <a:solidFill>
                  <a:schemeClr val="accent1"/>
                </a:solidFill>
              </a:defRPr>
            </a:lvl1pPr>
          </a:lstStyle>
          <a:p>
            <a:fld id="{38980174-C6B3-D947-9337-50055D327C64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3" name="Datumsplatzhalter 3">
            <a:extLst>
              <a:ext uri="{FF2B5EF4-FFF2-40B4-BE49-F238E27FC236}">
                <a16:creationId xmlns:a16="http://schemas.microsoft.com/office/drawing/2014/main" id="{5B9C5415-0662-B752-2A40-1FE151ACD3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648" y="4888608"/>
            <a:ext cx="1732658" cy="209486"/>
          </a:xfrm>
          <a:prstGeom prst="rect">
            <a:avLst/>
          </a:prstGeom>
        </p:spPr>
        <p:txBody>
          <a:bodyPr anchor="b"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fld id="{83607068-66CA-8847-97D9-7D9DE8938A83}" type="datetime3">
              <a:rPr lang="en-US" noProof="0" smtClean="0"/>
              <a:t>20 January 2025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837542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000" b="1" i="0" kern="1200">
          <a:solidFill>
            <a:schemeClr val="tx1"/>
          </a:solidFill>
          <a:latin typeface="+mj-lt"/>
          <a:ea typeface="+mj-ea"/>
          <a:cs typeface="Arial Narrow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spcAft>
          <a:spcPts val="300"/>
        </a:spcAft>
        <a:buFont typeface="Arial" panose="020B0604020202020204" pitchFamily="34" charset="0"/>
        <a:buNone/>
        <a:defRPr sz="1600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180000" indent="-1800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0" algn="l" defTabSz="914400" rtl="0" eaLnBrk="1" latinLnBrk="0" hangingPunct="1">
        <a:lnSpc>
          <a:spcPct val="90000"/>
        </a:lnSpc>
        <a:spcBef>
          <a:spcPts val="800"/>
        </a:spcBef>
        <a:spcAft>
          <a:spcPts val="200"/>
        </a:spcAft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36000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100"/>
        </a:spcAft>
        <a:buFont typeface="Arial" panose="020B0604020202020204" pitchFamily="34" charset="0"/>
        <a:buNone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540000" indent="-180000" algn="l" defTabSz="914400" rtl="0" eaLnBrk="1" latinLnBrk="0" hangingPunct="1">
        <a:lnSpc>
          <a:spcPct val="90000"/>
        </a:lnSpc>
        <a:spcBef>
          <a:spcPts val="100"/>
        </a:spcBef>
        <a:spcAft>
          <a:spcPts val="1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373" userDrawn="1">
          <p15:clr>
            <a:srgbClr val="F26B43"/>
          </p15:clr>
        </p15:guide>
        <p15:guide id="6" pos="317" userDrawn="1">
          <p15:clr>
            <a:srgbClr val="F26B43"/>
          </p15:clr>
        </p15:guide>
        <p15:guide id="7" pos="5692" userDrawn="1">
          <p15:clr>
            <a:srgbClr val="F26B43"/>
          </p15:clr>
        </p15:guide>
        <p15:guide id="8" orient="horz" pos="599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AC588B4D-42DF-F142-9B84-FD0C61601874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7940" r="3914"/>
          <a:stretch/>
        </p:blipFill>
        <p:spPr>
          <a:xfrm>
            <a:off x="-3" y="4791690"/>
            <a:ext cx="9230599" cy="34920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A1BA813C-E8D8-D448-B188-0384AA95E96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/>
          <a:srcRect r="67362" b="84330"/>
          <a:stretch/>
        </p:blipFill>
        <p:spPr>
          <a:xfrm>
            <a:off x="1" y="0"/>
            <a:ext cx="9143998" cy="402534"/>
          </a:xfrm>
          <a:prstGeom prst="rect">
            <a:avLst/>
          </a:prstGeom>
        </p:spPr>
      </p:pic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87FFBD85-E1D9-7E4F-8D43-D1FE4B8C2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14000"/>
            <a:ext cx="8280000" cy="900000"/>
          </a:xfrm>
          <a:prstGeom prst="rect">
            <a:avLst/>
          </a:prstGeom>
        </p:spPr>
        <p:txBody>
          <a:bodyPr vert="horz" lIns="0" tIns="324000" rIns="0" bIns="0" rtlCol="0" anchor="t" anchorCtr="0">
            <a:noAutofit/>
          </a:bodyPr>
          <a:lstStyle/>
          <a:p>
            <a:r>
              <a:rPr lang="en-US" noProof="0"/>
              <a:t>Headline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F7378E1-7FBF-534D-8F29-FAB72E458F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618406"/>
            <a:ext cx="8280000" cy="2952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Placeholder Text First Level (Arial 16 green)</a:t>
            </a:r>
          </a:p>
          <a:p>
            <a:pPr lvl="1"/>
            <a:r>
              <a:rPr lang="en-US" noProof="0"/>
              <a:t>Placeholder Text Second Level (Arial 16)</a:t>
            </a:r>
          </a:p>
          <a:p>
            <a:pPr lvl="2"/>
            <a:r>
              <a:rPr lang="en-US" noProof="0"/>
              <a:t>Placeholder Text Third Level (Arial 14)</a:t>
            </a:r>
          </a:p>
          <a:p>
            <a:pPr lvl="3"/>
            <a:r>
              <a:rPr lang="en-US" noProof="0"/>
              <a:t>Placeholder Text Fourth Level (Arial 14)</a:t>
            </a:r>
          </a:p>
          <a:p>
            <a:pPr lvl="4"/>
            <a:r>
              <a:rPr lang="en-US" noProof="0"/>
              <a:t>Placeholder Text Fifth Level (Arial 12 bold)</a:t>
            </a:r>
          </a:p>
          <a:p>
            <a:pPr lvl="5"/>
            <a:r>
              <a:rPr lang="en-US" noProof="0"/>
              <a:t>Placeholder Text Sixth Level (Arial 12)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206C5903-643F-B141-8F69-669641A6EB95}"/>
              </a:ext>
            </a:extLst>
          </p:cNvPr>
          <p:cNvSpPr/>
          <p:nvPr/>
        </p:nvSpPr>
        <p:spPr>
          <a:xfrm flipV="1">
            <a:off x="-2" y="4797575"/>
            <a:ext cx="9144001" cy="1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49" noProof="0"/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613E2B2A-22E4-8B4B-8E51-2EFA072DA3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462208" y="4888608"/>
            <a:ext cx="4488384" cy="209486"/>
          </a:xfrm>
          <a:prstGeom prst="rect">
            <a:avLst/>
          </a:prstGeom>
        </p:spPr>
        <p:txBody>
          <a:bodyPr anchor="b"/>
          <a:lstStyle>
            <a:lvl1pPr algn="ctr">
              <a:defRPr sz="100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noProof="0"/>
              <a:t>Name or Title</a:t>
            </a:r>
          </a:p>
        </p:txBody>
      </p:sp>
      <p:sp>
        <p:nvSpPr>
          <p:cNvPr id="16" name="Foliennummernplatzhalter 5">
            <a:extLst>
              <a:ext uri="{FF2B5EF4-FFF2-40B4-BE49-F238E27FC236}">
                <a16:creationId xmlns:a16="http://schemas.microsoft.com/office/drawing/2014/main" id="{FE7BEEA2-6D07-4542-9CF1-ADBD258263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77943" y="4883101"/>
            <a:ext cx="464489" cy="209486"/>
          </a:xfrm>
          <a:prstGeom prst="rect">
            <a:avLst/>
          </a:prstGeom>
        </p:spPr>
        <p:txBody>
          <a:bodyPr anchor="b"/>
          <a:lstStyle>
            <a:lvl1pPr algn="r">
              <a:defRPr sz="100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38980174-C6B3-D947-9337-50055D327C64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BCC519B6-2EE3-C648-9BD7-9BEE6D2FB9ED}"/>
              </a:ext>
            </a:extLst>
          </p:cNvPr>
          <p:cNvSpPr/>
          <p:nvPr/>
        </p:nvSpPr>
        <p:spPr>
          <a:xfrm>
            <a:off x="2" y="389614"/>
            <a:ext cx="9144001" cy="1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49" noProof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C7A9C0B5-B512-FFBA-9359-0E8BFEB57FF9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rcRect/>
          <a:stretch/>
        </p:blipFill>
        <p:spPr>
          <a:xfrm>
            <a:off x="7529963" y="31231"/>
            <a:ext cx="1568114" cy="338533"/>
          </a:xfrm>
          <a:prstGeom prst="rect">
            <a:avLst/>
          </a:prstGeo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4E66C6D-F4B5-67E9-1224-47B212CA78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648" y="4888608"/>
            <a:ext cx="1732658" cy="209486"/>
          </a:xfrm>
          <a:prstGeom prst="rect">
            <a:avLst/>
          </a:prstGeom>
        </p:spPr>
        <p:txBody>
          <a:bodyPr anchor="b"/>
          <a:lstStyle>
            <a:lvl1pPr>
              <a:defRPr sz="100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605A434B-F0C1-A840-AF07-F6DEDAC18499}" type="datetime3">
              <a:rPr lang="en-US" noProof="0" smtClean="0"/>
              <a:t>20 January 2025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907835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000" b="1" i="0" kern="1200">
          <a:solidFill>
            <a:schemeClr val="bg1"/>
          </a:solidFill>
          <a:latin typeface="+mj-lt"/>
          <a:ea typeface="+mj-ea"/>
          <a:cs typeface="Arial Narrow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spcAft>
          <a:spcPts val="300"/>
        </a:spcAft>
        <a:buFont typeface="Arial" panose="020B0604020202020204" pitchFamily="34" charset="0"/>
        <a:buNone/>
        <a:defRPr sz="16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180000" indent="-1800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Font typeface="Arial" panose="020B0604020202020204" pitchFamily="34" charset="0"/>
        <a:buChar char="•"/>
        <a:defRPr sz="1600" kern="1200">
          <a:solidFill>
            <a:schemeClr val="tx2">
              <a:lumMod val="20000"/>
              <a:lumOff val="80000"/>
            </a:schemeClr>
          </a:solidFill>
          <a:latin typeface="+mn-lt"/>
          <a:ea typeface="+mn-ea"/>
          <a:cs typeface="+mn-cs"/>
        </a:defRPr>
      </a:lvl2pPr>
      <a:lvl3pPr marL="180000" indent="0" algn="l" defTabSz="914400" rtl="0" eaLnBrk="1" latinLnBrk="0" hangingPunct="1">
        <a:lnSpc>
          <a:spcPct val="90000"/>
        </a:lnSpc>
        <a:spcBef>
          <a:spcPts val="800"/>
        </a:spcBef>
        <a:spcAft>
          <a:spcPts val="200"/>
        </a:spcAft>
        <a:buFont typeface="Arial" panose="020B0604020202020204" pitchFamily="34" charset="0"/>
        <a:buNone/>
        <a:defRPr sz="1400" kern="1200">
          <a:solidFill>
            <a:schemeClr val="tx2">
              <a:lumMod val="20000"/>
              <a:lumOff val="80000"/>
            </a:schemeClr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Font typeface="Arial" panose="020B0604020202020204" pitchFamily="34" charset="0"/>
        <a:buChar char="•"/>
        <a:defRPr sz="1400" kern="1200">
          <a:solidFill>
            <a:schemeClr val="tx2">
              <a:lumMod val="20000"/>
              <a:lumOff val="80000"/>
            </a:schemeClr>
          </a:solidFill>
          <a:latin typeface="+mn-lt"/>
          <a:ea typeface="+mn-ea"/>
          <a:cs typeface="+mn-cs"/>
        </a:defRPr>
      </a:lvl4pPr>
      <a:lvl5pPr marL="36000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100"/>
        </a:spcAft>
        <a:buFont typeface="Arial" panose="020B0604020202020204" pitchFamily="34" charset="0"/>
        <a:buNone/>
        <a:defRPr sz="1200" b="1" kern="1200">
          <a:solidFill>
            <a:schemeClr val="tx2">
              <a:lumMod val="20000"/>
              <a:lumOff val="80000"/>
            </a:schemeClr>
          </a:solidFill>
          <a:latin typeface="+mn-lt"/>
          <a:ea typeface="+mn-ea"/>
          <a:cs typeface="+mn-cs"/>
        </a:defRPr>
      </a:lvl5pPr>
      <a:lvl6pPr marL="540000" indent="-180000" algn="l" defTabSz="914400" rtl="0" eaLnBrk="1" latinLnBrk="0" hangingPunct="1">
        <a:lnSpc>
          <a:spcPct val="90000"/>
        </a:lnSpc>
        <a:spcBef>
          <a:spcPts val="100"/>
        </a:spcBef>
        <a:spcAft>
          <a:spcPts val="100"/>
        </a:spcAft>
        <a:buFont typeface="Arial" panose="020B0604020202020204" pitchFamily="34" charset="0"/>
        <a:buChar char="•"/>
        <a:defRPr sz="1200" kern="1200">
          <a:solidFill>
            <a:schemeClr val="tx2">
              <a:lumMod val="20000"/>
              <a:lumOff val="80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73">
          <p15:clr>
            <a:srgbClr val="F26B43"/>
          </p15:clr>
        </p15:guide>
        <p15:guide id="2" pos="317">
          <p15:clr>
            <a:srgbClr val="F26B43"/>
          </p15:clr>
        </p15:guide>
        <p15:guide id="3" pos="5692">
          <p15:clr>
            <a:srgbClr val="F26B43"/>
          </p15:clr>
        </p15:guide>
        <p15:guide id="4" orient="horz" pos="599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F7378E1-7FBF-534D-8F29-FAB72E458F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618406"/>
            <a:ext cx="8280000" cy="2952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Placeholder Text First Level (Arial 16 green)</a:t>
            </a:r>
          </a:p>
          <a:p>
            <a:pPr lvl="1"/>
            <a:r>
              <a:rPr lang="en-US" noProof="0"/>
              <a:t>Placeholder Text Second Level (Arial 16)</a:t>
            </a:r>
          </a:p>
          <a:p>
            <a:pPr lvl="2"/>
            <a:r>
              <a:rPr lang="en-US" noProof="0"/>
              <a:t>Placeholder Text Third Level (Arial 14)</a:t>
            </a:r>
          </a:p>
          <a:p>
            <a:pPr lvl="3"/>
            <a:r>
              <a:rPr lang="en-US" noProof="0"/>
              <a:t>Placeholder Text Fourth Level (Arial 14)</a:t>
            </a:r>
          </a:p>
          <a:p>
            <a:pPr lvl="4"/>
            <a:r>
              <a:rPr lang="en-US" noProof="0"/>
              <a:t>Placeholder Text Fifth Level (Arial 12 bold)</a:t>
            </a:r>
          </a:p>
          <a:p>
            <a:pPr lvl="5"/>
            <a:r>
              <a:rPr lang="en-US" noProof="0"/>
              <a:t>Placeholder Text Sixth Level (Arial 12)</a:t>
            </a:r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613E2B2A-22E4-8B4B-8E51-2EFA072DA3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462208" y="4888608"/>
            <a:ext cx="4488384" cy="209486"/>
          </a:xfrm>
          <a:prstGeom prst="rect">
            <a:avLst/>
          </a:prstGeom>
        </p:spPr>
        <p:txBody>
          <a:bodyPr anchor="b"/>
          <a:lstStyle>
            <a:lvl1pPr algn="ctr">
              <a:defRPr sz="10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Name or Title</a:t>
            </a:r>
          </a:p>
        </p:txBody>
      </p:sp>
      <p:sp>
        <p:nvSpPr>
          <p:cNvPr id="16" name="Foliennummernplatzhalter 5">
            <a:extLst>
              <a:ext uri="{FF2B5EF4-FFF2-40B4-BE49-F238E27FC236}">
                <a16:creationId xmlns:a16="http://schemas.microsoft.com/office/drawing/2014/main" id="{FE7BEEA2-6D07-4542-9CF1-ADBD258263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77943" y="4883101"/>
            <a:ext cx="464489" cy="209486"/>
          </a:xfrm>
          <a:prstGeom prst="rect">
            <a:avLst/>
          </a:prstGeom>
        </p:spPr>
        <p:txBody>
          <a:bodyPr anchor="b"/>
          <a:lstStyle>
            <a:lvl1pPr algn="r">
              <a:defRPr sz="1000">
                <a:solidFill>
                  <a:schemeClr val="accent1"/>
                </a:solidFill>
              </a:defRPr>
            </a:lvl1pPr>
          </a:lstStyle>
          <a:p>
            <a:fld id="{38980174-C6B3-D947-9337-50055D327C64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6" name="Titelplatzhalter 1">
            <a:extLst>
              <a:ext uri="{FF2B5EF4-FFF2-40B4-BE49-F238E27FC236}">
                <a16:creationId xmlns:a16="http://schemas.microsoft.com/office/drawing/2014/main" id="{E6C463BE-CB19-2B1D-E053-826A67E54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14000"/>
            <a:ext cx="8280000" cy="900000"/>
          </a:xfrm>
          <a:prstGeom prst="rect">
            <a:avLst/>
          </a:prstGeom>
        </p:spPr>
        <p:txBody>
          <a:bodyPr vert="horz" lIns="0" tIns="324000" rIns="0" bIns="0" rtlCol="0" anchor="t" anchorCtr="0">
            <a:noAutofit/>
          </a:bodyPr>
          <a:lstStyle/>
          <a:p>
            <a:r>
              <a:rPr lang="en-US" noProof="0"/>
              <a:t>Headline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2A7A8E7-139E-267C-02CB-4F0B1A269D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648" y="4888608"/>
            <a:ext cx="1732658" cy="209486"/>
          </a:xfrm>
          <a:prstGeom prst="rect">
            <a:avLst/>
          </a:prstGeom>
        </p:spPr>
        <p:txBody>
          <a:bodyPr anchor="b"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fld id="{516C2AB2-05CF-AA44-B102-4692C5BBEC5A}" type="datetime3">
              <a:rPr lang="en-US" noProof="0" smtClean="0"/>
              <a:t>20 January 2025</a:t>
            </a:fld>
            <a:endParaRPr lang="en-US" noProof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85FCAC34-EC8E-5C3A-BDA1-4A889858C79A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7529963" y="30736"/>
            <a:ext cx="1568114" cy="340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515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000" b="1" i="0" kern="1200">
          <a:solidFill>
            <a:schemeClr val="tx1"/>
          </a:solidFill>
          <a:latin typeface="+mj-lt"/>
          <a:ea typeface="+mj-ea"/>
          <a:cs typeface="Arial Narrow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spcAft>
          <a:spcPts val="300"/>
        </a:spcAft>
        <a:buFont typeface="Arial" panose="020B0604020202020204" pitchFamily="34" charset="0"/>
        <a:buNone/>
        <a:defRPr sz="1600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180000" indent="-1800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0" algn="l" defTabSz="914400" rtl="0" eaLnBrk="1" latinLnBrk="0" hangingPunct="1">
        <a:lnSpc>
          <a:spcPct val="90000"/>
        </a:lnSpc>
        <a:spcBef>
          <a:spcPts val="800"/>
        </a:spcBef>
        <a:spcAft>
          <a:spcPts val="200"/>
        </a:spcAft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36000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100"/>
        </a:spcAft>
        <a:buFont typeface="Arial" panose="020B0604020202020204" pitchFamily="34" charset="0"/>
        <a:buNone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540000" indent="-180000" algn="l" defTabSz="914400" rtl="0" eaLnBrk="1" latinLnBrk="0" hangingPunct="1">
        <a:lnSpc>
          <a:spcPct val="90000"/>
        </a:lnSpc>
        <a:spcBef>
          <a:spcPts val="100"/>
        </a:spcBef>
        <a:spcAft>
          <a:spcPts val="1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73">
          <p15:clr>
            <a:srgbClr val="F26B43"/>
          </p15:clr>
        </p15:guide>
        <p15:guide id="2" pos="317">
          <p15:clr>
            <a:srgbClr val="F26B43"/>
          </p15:clr>
        </p15:guide>
        <p15:guide id="3" pos="5692">
          <p15:clr>
            <a:srgbClr val="F26B43"/>
          </p15:clr>
        </p15:guide>
        <p15:guide id="4" orient="horz" pos="599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87FFBD85-E1D9-7E4F-8D43-D1FE4B8C2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14000"/>
            <a:ext cx="8280000" cy="900000"/>
          </a:xfrm>
          <a:prstGeom prst="rect">
            <a:avLst/>
          </a:prstGeom>
        </p:spPr>
        <p:txBody>
          <a:bodyPr vert="horz" lIns="0" tIns="324000" rIns="0" bIns="0" rtlCol="0" anchor="t" anchorCtr="0">
            <a:noAutofit/>
          </a:bodyPr>
          <a:lstStyle/>
          <a:p>
            <a:r>
              <a:rPr lang="en-US" noProof="0"/>
              <a:t>Headline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F7378E1-7FBF-534D-8F29-FAB72E458F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618406"/>
            <a:ext cx="8280000" cy="2952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Placeholder Text First Level (Arial 16 grey)</a:t>
            </a:r>
          </a:p>
          <a:p>
            <a:pPr lvl="1"/>
            <a:r>
              <a:rPr lang="en-US" noProof="0"/>
              <a:t>Placeholder Text Second Level (Arial 16)</a:t>
            </a:r>
          </a:p>
          <a:p>
            <a:pPr lvl="2"/>
            <a:r>
              <a:rPr lang="en-US" noProof="0"/>
              <a:t>Placeholder Text Third Level (Arial 14)</a:t>
            </a:r>
          </a:p>
          <a:p>
            <a:pPr lvl="3"/>
            <a:r>
              <a:rPr lang="en-US" noProof="0"/>
              <a:t>Placeholder Text Fourth Level (Arial 14)</a:t>
            </a:r>
          </a:p>
          <a:p>
            <a:pPr lvl="4"/>
            <a:r>
              <a:rPr lang="en-US" noProof="0"/>
              <a:t>Placeholder Text Fifth Level (Arial 12 bold)</a:t>
            </a:r>
          </a:p>
          <a:p>
            <a:pPr lvl="5"/>
            <a:r>
              <a:rPr lang="en-US" noProof="0"/>
              <a:t>Placeholder Text Sixth Level (Arial 12)</a:t>
            </a:r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613E2B2A-22E4-8B4B-8E51-2EFA072DA3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462208" y="4888608"/>
            <a:ext cx="4488384" cy="209486"/>
          </a:xfrm>
          <a:prstGeom prst="rect">
            <a:avLst/>
          </a:prstGeom>
        </p:spPr>
        <p:txBody>
          <a:bodyPr anchor="b"/>
          <a:lstStyle>
            <a:lvl1pPr algn="ctr">
              <a:defRPr sz="100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noProof="0"/>
              <a:t>Name or Title</a:t>
            </a:r>
          </a:p>
        </p:txBody>
      </p:sp>
      <p:sp>
        <p:nvSpPr>
          <p:cNvPr id="16" name="Foliennummernplatzhalter 5">
            <a:extLst>
              <a:ext uri="{FF2B5EF4-FFF2-40B4-BE49-F238E27FC236}">
                <a16:creationId xmlns:a16="http://schemas.microsoft.com/office/drawing/2014/main" id="{FE7BEEA2-6D07-4542-9CF1-ADBD258263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77943" y="4883101"/>
            <a:ext cx="464489" cy="209486"/>
          </a:xfrm>
          <a:prstGeom prst="rect">
            <a:avLst/>
          </a:prstGeom>
        </p:spPr>
        <p:txBody>
          <a:bodyPr anchor="b"/>
          <a:lstStyle>
            <a:lvl1pPr algn="r">
              <a:defRPr sz="100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38980174-C6B3-D947-9337-50055D327C64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6" name="Datumsplatzhalter 3">
            <a:extLst>
              <a:ext uri="{FF2B5EF4-FFF2-40B4-BE49-F238E27FC236}">
                <a16:creationId xmlns:a16="http://schemas.microsoft.com/office/drawing/2014/main" id="{450D2C4E-B0CF-B991-DC59-FD0CDB5B1E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648" y="4888608"/>
            <a:ext cx="1732658" cy="209486"/>
          </a:xfrm>
          <a:prstGeom prst="rect">
            <a:avLst/>
          </a:prstGeom>
        </p:spPr>
        <p:txBody>
          <a:bodyPr anchor="b"/>
          <a:lstStyle>
            <a:lvl1pPr>
              <a:defRPr sz="100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1C432AA7-43DB-0443-877F-FFA33450DDB2}" type="datetime3">
              <a:rPr lang="en-US" noProof="0" smtClean="0"/>
              <a:t>20 January 2025</a:t>
            </a:fld>
            <a:endParaRPr lang="en-US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2601E6F1-7F46-3B65-5664-37CA44C7FD64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7529963" y="31231"/>
            <a:ext cx="1568114" cy="338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998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000" b="1" i="0" kern="1200">
          <a:solidFill>
            <a:schemeClr val="bg1"/>
          </a:solidFill>
          <a:latin typeface="+mj-lt"/>
          <a:ea typeface="+mj-ea"/>
          <a:cs typeface="Arial Narrow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spcAft>
          <a:spcPts val="300"/>
        </a:spcAft>
        <a:buFont typeface="Arial" panose="020B0604020202020204" pitchFamily="34" charset="0"/>
        <a:buNone/>
        <a:defRPr sz="16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180000" indent="-1800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Font typeface="Arial" panose="020B0604020202020204" pitchFamily="34" charset="0"/>
        <a:buChar char="•"/>
        <a:defRPr sz="1600" kern="1200">
          <a:solidFill>
            <a:schemeClr val="tx2">
              <a:lumMod val="20000"/>
              <a:lumOff val="80000"/>
            </a:schemeClr>
          </a:solidFill>
          <a:latin typeface="+mn-lt"/>
          <a:ea typeface="+mn-ea"/>
          <a:cs typeface="+mn-cs"/>
        </a:defRPr>
      </a:lvl2pPr>
      <a:lvl3pPr marL="180000" indent="0" algn="l" defTabSz="914400" rtl="0" eaLnBrk="1" latinLnBrk="0" hangingPunct="1">
        <a:lnSpc>
          <a:spcPct val="90000"/>
        </a:lnSpc>
        <a:spcBef>
          <a:spcPts val="800"/>
        </a:spcBef>
        <a:spcAft>
          <a:spcPts val="200"/>
        </a:spcAft>
        <a:buFont typeface="Arial" panose="020B0604020202020204" pitchFamily="34" charset="0"/>
        <a:buNone/>
        <a:defRPr sz="1400" kern="1200">
          <a:solidFill>
            <a:schemeClr val="tx2">
              <a:lumMod val="20000"/>
              <a:lumOff val="80000"/>
            </a:schemeClr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Font typeface="Arial" panose="020B0604020202020204" pitchFamily="34" charset="0"/>
        <a:buChar char="•"/>
        <a:defRPr sz="1400" kern="1200">
          <a:solidFill>
            <a:schemeClr val="tx2">
              <a:lumMod val="20000"/>
              <a:lumOff val="80000"/>
            </a:schemeClr>
          </a:solidFill>
          <a:latin typeface="+mn-lt"/>
          <a:ea typeface="+mn-ea"/>
          <a:cs typeface="+mn-cs"/>
        </a:defRPr>
      </a:lvl4pPr>
      <a:lvl5pPr marL="36000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100"/>
        </a:spcAft>
        <a:buFont typeface="Arial" panose="020B0604020202020204" pitchFamily="34" charset="0"/>
        <a:buNone/>
        <a:defRPr sz="1200" b="1" kern="1200">
          <a:solidFill>
            <a:schemeClr val="tx2">
              <a:lumMod val="20000"/>
              <a:lumOff val="80000"/>
            </a:schemeClr>
          </a:solidFill>
          <a:latin typeface="+mn-lt"/>
          <a:ea typeface="+mn-ea"/>
          <a:cs typeface="+mn-cs"/>
        </a:defRPr>
      </a:lvl5pPr>
      <a:lvl6pPr marL="540000" indent="-180000" algn="l" defTabSz="914400" rtl="0" eaLnBrk="1" latinLnBrk="0" hangingPunct="1">
        <a:lnSpc>
          <a:spcPct val="90000"/>
        </a:lnSpc>
        <a:spcBef>
          <a:spcPts val="100"/>
        </a:spcBef>
        <a:spcAft>
          <a:spcPts val="100"/>
        </a:spcAft>
        <a:buFont typeface="Arial" panose="020B0604020202020204" pitchFamily="34" charset="0"/>
        <a:buChar char="•"/>
        <a:defRPr sz="1200" kern="1200">
          <a:solidFill>
            <a:schemeClr val="tx2">
              <a:lumMod val="20000"/>
              <a:lumOff val="80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73">
          <p15:clr>
            <a:srgbClr val="F26B43"/>
          </p15:clr>
        </p15:guide>
        <p15:guide id="2" pos="317">
          <p15:clr>
            <a:srgbClr val="F26B43"/>
          </p15:clr>
        </p15:guide>
        <p15:guide id="3" pos="5692">
          <p15:clr>
            <a:srgbClr val="F26B43"/>
          </p15:clr>
        </p15:guide>
        <p15:guide id="4" orient="horz" pos="599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F2DAD93C-8250-0448-9246-0D565BCE8D8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75000"/>
          </a:blip>
          <a:srcRect t="7158" r="29649" b="7615"/>
          <a:stretch/>
        </p:blipFill>
        <p:spPr>
          <a:xfrm>
            <a:off x="3312000" y="0"/>
            <a:ext cx="5832000" cy="5143500"/>
          </a:xfrm>
          <a:prstGeom prst="rect">
            <a:avLst/>
          </a:prstGeom>
        </p:spPr>
      </p:pic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87FFBD85-E1D9-7E4F-8D43-D1FE4B8C2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61597"/>
            <a:ext cx="8280000" cy="90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/>
              <a:t>Headline</a:t>
            </a:r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055C63E7-5D10-CE46-BB46-572466D882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618406"/>
            <a:ext cx="8280000" cy="2952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5"/>
            <a:r>
              <a:rPr lang="en-US" noProof="0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2038105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</p:sldLayoutIdLst>
  <p:hf hdr="0"/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spcAft>
          <a:spcPts val="2400"/>
        </a:spcAft>
        <a:buNone/>
        <a:defRPr sz="2800" b="1" i="0" kern="1200">
          <a:solidFill>
            <a:schemeClr val="tx1"/>
          </a:solidFill>
          <a:latin typeface="+mj-lt"/>
          <a:ea typeface="+mj-ea"/>
          <a:cs typeface="Arial Narrow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spcAft>
          <a:spcPts val="300"/>
        </a:spcAft>
        <a:buFont typeface="Arial" panose="020B0604020202020204" pitchFamily="34" charset="0"/>
        <a:buNone/>
        <a:defRPr sz="1600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180000" marR="0" indent="-180000" algn="l" defTabSz="914400" rtl="0" eaLnBrk="1" fontAlgn="auto" latinLnBrk="0" hangingPunct="1">
        <a:lnSpc>
          <a:spcPct val="90000"/>
        </a:lnSpc>
        <a:spcBef>
          <a:spcPts val="300"/>
        </a:spcBef>
        <a:spcAft>
          <a:spcPts val="300"/>
        </a:spcAft>
        <a:buClrTx/>
        <a:buSzTx/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0" algn="l" defTabSz="914400" rtl="0" eaLnBrk="1" latinLnBrk="0" hangingPunct="1">
        <a:lnSpc>
          <a:spcPct val="90000"/>
        </a:lnSpc>
        <a:spcBef>
          <a:spcPts val="800"/>
        </a:spcBef>
        <a:spcAft>
          <a:spcPts val="200"/>
        </a:spcAft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36000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100"/>
        </a:spcAft>
        <a:buFont typeface="Arial" panose="020B0604020202020204" pitchFamily="34" charset="0"/>
        <a:buNone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540000" indent="-180000" algn="l" defTabSz="914400" rtl="0" eaLnBrk="1" latinLnBrk="0" hangingPunct="1">
        <a:lnSpc>
          <a:spcPct val="90000"/>
        </a:lnSpc>
        <a:spcBef>
          <a:spcPts val="100"/>
        </a:spcBef>
        <a:spcAft>
          <a:spcPts val="1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73">
          <p15:clr>
            <a:srgbClr val="F26B43"/>
          </p15:clr>
        </p15:guide>
        <p15:guide id="2" pos="317">
          <p15:clr>
            <a:srgbClr val="F26B43"/>
          </p15:clr>
        </p15:guide>
        <p15:guide id="3" pos="5692">
          <p15:clr>
            <a:srgbClr val="F26B43"/>
          </p15:clr>
        </p15:guide>
        <p15:guide id="4" orient="horz" pos="599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1CECBE25-C325-8E49-9DAE-7E9E2791DFD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40000"/>
          </a:blip>
          <a:srcRect t="7158" r="29649" b="7615"/>
          <a:stretch/>
        </p:blipFill>
        <p:spPr>
          <a:xfrm>
            <a:off x="3312000" y="0"/>
            <a:ext cx="5832000" cy="5143500"/>
          </a:xfrm>
          <a:prstGeom prst="rect">
            <a:avLst/>
          </a:prstGeom>
        </p:spPr>
      </p:pic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87FFBD85-E1D9-7E4F-8D43-D1FE4B8C2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61597"/>
            <a:ext cx="8280000" cy="90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/>
              <a:t>Headline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F7378E1-7FBF-534D-8F29-FAB72E458F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618406"/>
            <a:ext cx="8280000" cy="2952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5"/>
            <a:r>
              <a:rPr lang="en-US" noProof="0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1787716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</p:sldLayoutIdLst>
  <p:hf hdr="0"/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spcAft>
          <a:spcPts val="2400"/>
        </a:spcAft>
        <a:buNone/>
        <a:defRPr sz="2800" b="1" i="0" kern="1200">
          <a:solidFill>
            <a:schemeClr val="bg1"/>
          </a:solidFill>
          <a:latin typeface="+mj-lt"/>
          <a:ea typeface="+mj-ea"/>
          <a:cs typeface="Arial Narrow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spcAft>
          <a:spcPts val="300"/>
        </a:spcAft>
        <a:buFont typeface="Arial" panose="020B0604020202020204" pitchFamily="34" charset="0"/>
        <a:buNone/>
        <a:defRPr sz="16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180000" indent="-1800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Font typeface="Arial" panose="020B0604020202020204" pitchFamily="34" charset="0"/>
        <a:buChar char="•"/>
        <a:defRPr sz="1600" kern="1200">
          <a:solidFill>
            <a:schemeClr val="tx2">
              <a:lumMod val="20000"/>
              <a:lumOff val="80000"/>
            </a:schemeClr>
          </a:solidFill>
          <a:latin typeface="+mn-lt"/>
          <a:ea typeface="+mn-ea"/>
          <a:cs typeface="+mn-cs"/>
        </a:defRPr>
      </a:lvl2pPr>
      <a:lvl3pPr marL="180000" indent="0" algn="l" defTabSz="914400" rtl="0" eaLnBrk="1" latinLnBrk="0" hangingPunct="1">
        <a:lnSpc>
          <a:spcPct val="90000"/>
        </a:lnSpc>
        <a:spcBef>
          <a:spcPts val="800"/>
        </a:spcBef>
        <a:spcAft>
          <a:spcPts val="200"/>
        </a:spcAft>
        <a:buFont typeface="Arial" panose="020B0604020202020204" pitchFamily="34" charset="0"/>
        <a:buNone/>
        <a:defRPr sz="1400" kern="1200">
          <a:solidFill>
            <a:schemeClr val="tx2">
              <a:lumMod val="20000"/>
              <a:lumOff val="80000"/>
            </a:schemeClr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Font typeface="Arial" panose="020B0604020202020204" pitchFamily="34" charset="0"/>
        <a:buChar char="•"/>
        <a:defRPr sz="1400" kern="1200">
          <a:solidFill>
            <a:schemeClr val="tx2">
              <a:lumMod val="20000"/>
              <a:lumOff val="80000"/>
            </a:schemeClr>
          </a:solidFill>
          <a:latin typeface="+mn-lt"/>
          <a:ea typeface="+mn-ea"/>
          <a:cs typeface="+mn-cs"/>
        </a:defRPr>
      </a:lvl4pPr>
      <a:lvl5pPr marL="36000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100"/>
        </a:spcAft>
        <a:buFont typeface="Arial" panose="020B0604020202020204" pitchFamily="34" charset="0"/>
        <a:buNone/>
        <a:defRPr sz="1200" b="1" kern="1200">
          <a:solidFill>
            <a:schemeClr val="tx2">
              <a:lumMod val="20000"/>
              <a:lumOff val="80000"/>
            </a:schemeClr>
          </a:solidFill>
          <a:latin typeface="+mn-lt"/>
          <a:ea typeface="+mn-ea"/>
          <a:cs typeface="+mn-cs"/>
        </a:defRPr>
      </a:lvl5pPr>
      <a:lvl6pPr marL="540000" indent="-180000" algn="l" defTabSz="914400" rtl="0" eaLnBrk="1" latinLnBrk="0" hangingPunct="1">
        <a:lnSpc>
          <a:spcPct val="90000"/>
        </a:lnSpc>
        <a:spcBef>
          <a:spcPts val="100"/>
        </a:spcBef>
        <a:spcAft>
          <a:spcPts val="100"/>
        </a:spcAft>
        <a:buFont typeface="Arial" panose="020B0604020202020204" pitchFamily="34" charset="0"/>
        <a:buChar char="•"/>
        <a:defRPr sz="1200" kern="1200">
          <a:solidFill>
            <a:schemeClr val="tx2">
              <a:lumMod val="20000"/>
              <a:lumOff val="80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73">
          <p15:clr>
            <a:srgbClr val="F26B43"/>
          </p15:clr>
        </p15:guide>
        <p15:guide id="2" pos="317">
          <p15:clr>
            <a:srgbClr val="F26B43"/>
          </p15:clr>
        </p15:guide>
        <p15:guide id="3" pos="5692">
          <p15:clr>
            <a:srgbClr val="F26B43"/>
          </p15:clr>
        </p15:guide>
        <p15:guide id="4" orient="horz" pos="59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Variational</a:t>
            </a:r>
            <a:r>
              <a:rPr lang="en-US" dirty="0" smtClean="0"/>
              <a:t> Laplace for dummies</a:t>
            </a:r>
            <a:endParaRPr lang="en-US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3BB1816-8D33-B747-B989-E04503E36C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 smtClean="0"/>
              <a:t>20 January 2025</a:t>
            </a:r>
            <a:endParaRPr lang="en-US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090B6F6-4DB4-AC89-0863-2639039185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Alex Lepauvre</a:t>
            </a:r>
            <a:endParaRPr lang="en-US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A911AB4-27A1-329E-A2F5-DC5205AE9C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8980174-C6B3-D947-9337-50055D327C64}" type="slidenum">
              <a:rPr lang="en-US" noProof="0" smtClean="0"/>
              <a:pPr/>
              <a:t>1</a:t>
            </a:fld>
            <a:endParaRPr lang="en-US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A80D363-3EE5-A9A3-99B4-D6EF349C7A1D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de-DE" dirty="0"/>
              <a:t>20 January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411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method of </a:t>
            </a:r>
            <a:r>
              <a:rPr lang="en-US" dirty="0" err="1" smtClean="0"/>
              <a:t>variational</a:t>
            </a:r>
            <a:r>
              <a:rPr lang="en-US" dirty="0" smtClean="0"/>
              <a:t> Laplace enables to approximate the posterior and marginal likelihood</a:t>
            </a:r>
            <a:endParaRPr lang="en-US" dirty="0"/>
          </a:p>
          <a:p>
            <a:endParaRPr lang="en-US" dirty="0" smtClean="0"/>
          </a:p>
          <a:p>
            <a:r>
              <a:rPr lang="en-US" dirty="0" smtClean="0"/>
              <a:t>Marginal likelihood can be compared between models to relate their evidence</a:t>
            </a:r>
          </a:p>
          <a:p>
            <a:endParaRPr lang="en-US" dirty="0" smtClean="0"/>
          </a:p>
          <a:p>
            <a:r>
              <a:rPr lang="en-US" dirty="0" err="1" smtClean="0"/>
              <a:t>Variational</a:t>
            </a:r>
            <a:r>
              <a:rPr lang="en-US" dirty="0" smtClean="0"/>
              <a:t> Free energy can be used to accumulate evidence for a particular model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Variational</a:t>
            </a:r>
            <a:r>
              <a:rPr lang="en-US" dirty="0" smtClean="0"/>
              <a:t> Laplace: approximating model evidence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Alex Lepauvre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8980174-C6B3-D947-9337-50055D327C64}" type="slidenum">
              <a:rPr lang="en-US" noProof="0" smtClean="0"/>
              <a:pPr/>
              <a:t>2</a:t>
            </a:fld>
            <a:endParaRPr lang="en-US" noProof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de-DE" dirty="0"/>
              <a:t>20 January 2025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4697760" y="2397617"/>
                <a:ext cx="4014240" cy="10430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7760" y="2397617"/>
                <a:ext cx="4014240" cy="104304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7139189" y="2997262"/>
            <a:ext cx="935866" cy="505792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5086488" y="1758138"/>
            <a:ext cx="32367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Bayes Theorem</a:t>
            </a:r>
            <a:endParaRPr lang="en-US" sz="3200" b="1" dirty="0"/>
          </a:p>
        </p:txBody>
      </p:sp>
      <p:cxnSp>
        <p:nvCxnSpPr>
          <p:cNvPr id="14" name="Straight Arrow Connector 13"/>
          <p:cNvCxnSpPr>
            <a:endCxn id="7" idx="2"/>
          </p:cNvCxnSpPr>
          <p:nvPr/>
        </p:nvCxnSpPr>
        <p:spPr>
          <a:xfrm flipV="1">
            <a:off x="7491211" y="3503054"/>
            <a:ext cx="115911" cy="32197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501453" y="3819662"/>
            <a:ext cx="170392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 err="1" smtClean="0"/>
              <a:t>Variational</a:t>
            </a:r>
            <a:r>
              <a:rPr lang="en-US" sz="2400" dirty="0" smtClean="0"/>
              <a:t> </a:t>
            </a:r>
            <a:br>
              <a:rPr lang="en-US" sz="2400" dirty="0" smtClean="0"/>
            </a:br>
            <a:r>
              <a:rPr lang="en-US" sz="2400" dirty="0" smtClean="0"/>
              <a:t>Laplace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38377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 smtClean="0"/>
              <a:t>The </a:t>
            </a:r>
            <a:r>
              <a:rPr lang="en-US" dirty="0" err="1" smtClean="0"/>
              <a:t>variational</a:t>
            </a:r>
            <a:r>
              <a:rPr lang="en-US" dirty="0" smtClean="0"/>
              <a:t> approximation of the marginal likelihood has been derived for generalized </a:t>
            </a:r>
            <a:r>
              <a:rPr lang="en-US" dirty="0" smtClean="0"/>
              <a:t>linear model:</a:t>
            </a:r>
          </a:p>
          <a:p>
            <a:pPr marL="465750" lvl="1" indent="-285750"/>
            <a:r>
              <a:rPr lang="en-US" dirty="0"/>
              <a:t>Connectivity analysis (PPI, DCM</a:t>
            </a:r>
            <a:r>
              <a:rPr lang="en-US" dirty="0" smtClean="0"/>
              <a:t>)</a:t>
            </a:r>
            <a:endParaRPr lang="en-US" dirty="0" smtClean="0"/>
          </a:p>
          <a:p>
            <a:pPr marL="465750" lvl="1" indent="-285750"/>
            <a:r>
              <a:rPr lang="en-US" dirty="0" smtClean="0"/>
              <a:t>Univariate GLM</a:t>
            </a:r>
          </a:p>
          <a:p>
            <a:pPr marL="465750" lvl="1" indent="-285750"/>
            <a:r>
              <a:rPr lang="en-US" dirty="0" smtClean="0"/>
              <a:t>Multivariate GLM (MANOVA, pattern component modelling, </a:t>
            </a:r>
            <a:r>
              <a:rPr lang="en-US" dirty="0" err="1" smtClean="0"/>
              <a:t>vRSA</a:t>
            </a:r>
            <a:r>
              <a:rPr lang="en-US" dirty="0" smtClean="0"/>
              <a:t>)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Variational</a:t>
            </a:r>
            <a:r>
              <a:rPr lang="en-US" dirty="0" smtClean="0"/>
              <a:t> Laplace: approximating model evidence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Alex Lepauvre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8980174-C6B3-D947-9337-50055D327C64}" type="slidenum">
              <a:rPr lang="en-US" noProof="0" smtClean="0"/>
              <a:pPr/>
              <a:t>3</a:t>
            </a:fld>
            <a:endParaRPr lang="en-US" noProof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de-DE" dirty="0"/>
              <a:t>20 January 2025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4697760" y="2397617"/>
                <a:ext cx="4014240" cy="10430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7760" y="2397617"/>
                <a:ext cx="4014240" cy="104304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7139189" y="2997262"/>
            <a:ext cx="935866" cy="505792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5086488" y="1758138"/>
            <a:ext cx="32367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Bayes Theorem</a:t>
            </a:r>
            <a:endParaRPr lang="en-US" sz="3200" b="1" dirty="0"/>
          </a:p>
        </p:txBody>
      </p:sp>
      <p:cxnSp>
        <p:nvCxnSpPr>
          <p:cNvPr id="14" name="Straight Arrow Connector 13"/>
          <p:cNvCxnSpPr>
            <a:endCxn id="7" idx="2"/>
          </p:cNvCxnSpPr>
          <p:nvPr/>
        </p:nvCxnSpPr>
        <p:spPr>
          <a:xfrm flipV="1">
            <a:off x="7491211" y="3503054"/>
            <a:ext cx="115911" cy="32197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501453" y="3819662"/>
            <a:ext cx="170392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 err="1" smtClean="0"/>
              <a:t>Variational</a:t>
            </a:r>
            <a:r>
              <a:rPr lang="en-US" sz="2400" dirty="0" smtClean="0"/>
              <a:t> </a:t>
            </a:r>
            <a:br>
              <a:rPr lang="en-US" sz="2400" dirty="0" smtClean="0"/>
            </a:br>
            <a:r>
              <a:rPr lang="en-US" sz="2400" dirty="0" smtClean="0"/>
              <a:t>Laplace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58277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 smtClean="0"/>
              <a:t>Some excellent resources are available to understand the mathematical backbone of </a:t>
            </a:r>
            <a:r>
              <a:rPr lang="en-US" dirty="0" err="1" smtClean="0"/>
              <a:t>variational</a:t>
            </a:r>
            <a:r>
              <a:rPr lang="en-US" dirty="0" smtClean="0"/>
              <a:t> Laplace</a:t>
            </a:r>
          </a:p>
          <a:p>
            <a:endParaRPr lang="en-US" dirty="0"/>
          </a:p>
          <a:p>
            <a:r>
              <a:rPr lang="en-US" dirty="0" smtClean="0"/>
              <a:t>These resources are challenging to approach for readers who do not have a strong background in mathematics (such as myself)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math behind </a:t>
            </a:r>
            <a:r>
              <a:rPr lang="en-US" dirty="0" err="1" smtClean="0"/>
              <a:t>variational</a:t>
            </a:r>
            <a:r>
              <a:rPr lang="en-US" dirty="0" smtClean="0"/>
              <a:t> Laplace are a bit daunting for students with “weak” mathematical background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Alex Lepauvre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8980174-C6B3-D947-9337-50055D327C64}" type="slidenum">
              <a:rPr lang="en-US" noProof="0" smtClean="0"/>
              <a:pPr/>
              <a:t>4</a:t>
            </a:fld>
            <a:endParaRPr lang="en-US" noProof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de-DE" dirty="0"/>
              <a:t>20 January 2025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b="59773"/>
          <a:stretch/>
        </p:blipFill>
        <p:spPr>
          <a:xfrm>
            <a:off x="5958369" y="1011551"/>
            <a:ext cx="2633556" cy="96895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/>
          <a:srcRect l="7408" t="7123" r="6458" b="12870"/>
          <a:stretch/>
        </p:blipFill>
        <p:spPr>
          <a:xfrm>
            <a:off x="6472507" y="3272344"/>
            <a:ext cx="1605280" cy="145796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9714" y="1980504"/>
            <a:ext cx="2630866" cy="1215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350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1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I started documenting my own journey to understanding </a:t>
            </a:r>
            <a:r>
              <a:rPr lang="en-US" dirty="0" err="1" smtClean="0"/>
              <a:t>variational</a:t>
            </a:r>
            <a:r>
              <a:rPr lang="en-US" dirty="0" smtClean="0"/>
              <a:t> Laplace</a:t>
            </a:r>
          </a:p>
          <a:p>
            <a:r>
              <a:rPr lang="en-US" dirty="0" smtClean="0"/>
              <a:t>I recently started to organize the notes I took along the way using </a:t>
            </a:r>
            <a:r>
              <a:rPr lang="en-US" dirty="0" err="1" smtClean="0"/>
              <a:t>Jupyter</a:t>
            </a:r>
            <a:r>
              <a:rPr lang="en-US" dirty="0" smtClean="0"/>
              <a:t> book with python</a:t>
            </a:r>
          </a:p>
          <a:p>
            <a:r>
              <a:rPr lang="en-US" dirty="0" err="1" smtClean="0"/>
              <a:t>Jupyter</a:t>
            </a:r>
            <a:r>
              <a:rPr lang="en-US" dirty="0" smtClean="0"/>
              <a:t> book enables to compile textbook-like websites based on </a:t>
            </a:r>
            <a:r>
              <a:rPr lang="en-US" dirty="0" err="1" smtClean="0"/>
              <a:t>Jupyter</a:t>
            </a:r>
            <a:r>
              <a:rPr lang="en-US" dirty="0" smtClean="0"/>
              <a:t> notebook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Variational</a:t>
            </a:r>
            <a:r>
              <a:rPr lang="en-US" dirty="0" smtClean="0"/>
              <a:t> Laplace for dummies: understanding and applying </a:t>
            </a:r>
            <a:r>
              <a:rPr lang="en-US" dirty="0" err="1" smtClean="0"/>
              <a:t>variational</a:t>
            </a:r>
            <a:r>
              <a:rPr lang="en-US" dirty="0" smtClean="0"/>
              <a:t> Laplace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Alex Lepauvre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8980174-C6B3-D947-9337-50055D327C64}" type="slidenum">
              <a:rPr lang="en-US" noProof="0" smtClean="0"/>
              <a:pPr/>
              <a:t>5</a:t>
            </a:fld>
            <a:endParaRPr lang="en-US" noProof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de-DE" dirty="0"/>
              <a:t>20 January 2025</a:t>
            </a:r>
            <a:endParaRPr lang="en-US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2814" y="3827667"/>
            <a:ext cx="3665602" cy="829216"/>
          </a:xfrm>
          <a:prstGeom prst="rect">
            <a:avLst/>
          </a:prstGeom>
        </p:spPr>
      </p:pic>
      <p:grpSp>
        <p:nvGrpSpPr>
          <p:cNvPr id="18" name="Group 17"/>
          <p:cNvGrpSpPr/>
          <p:nvPr/>
        </p:nvGrpSpPr>
        <p:grpSpPr>
          <a:xfrm>
            <a:off x="5235525" y="1012884"/>
            <a:ext cx="3660181" cy="2692735"/>
            <a:chOff x="5210950" y="1012884"/>
            <a:chExt cx="3660181" cy="2692735"/>
          </a:xfrm>
        </p:grpSpPr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10950" y="1012884"/>
              <a:ext cx="2076660" cy="2692735"/>
            </a:xfrm>
            <a:prstGeom prst="rect">
              <a:avLst/>
            </a:prstGeom>
          </p:spPr>
        </p:pic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26512" y="1586942"/>
              <a:ext cx="1544619" cy="154461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80221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1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first draft of the book was written, covering:</a:t>
            </a:r>
          </a:p>
          <a:p>
            <a:pPr marL="465750" lvl="1" indent="-285750"/>
            <a:r>
              <a:rPr lang="en-US" sz="1400" dirty="0" smtClean="0"/>
              <a:t>Introduction to basic concepts of probabilities and statistics and the Bayes theorem</a:t>
            </a:r>
          </a:p>
          <a:p>
            <a:pPr marL="465750" lvl="1" indent="-285750"/>
            <a:r>
              <a:rPr lang="en-US" sz="1400" dirty="0" smtClean="0"/>
              <a:t>Detailed explanation of </a:t>
            </a:r>
            <a:r>
              <a:rPr lang="en-US" sz="1400" dirty="0" err="1" smtClean="0"/>
              <a:t>Variational</a:t>
            </a:r>
            <a:r>
              <a:rPr lang="en-US" sz="1400" dirty="0" smtClean="0"/>
              <a:t> Laplace for the simplest case of the linear model</a:t>
            </a:r>
          </a:p>
          <a:p>
            <a:pPr marL="465750" lvl="2" indent="-285750"/>
            <a:r>
              <a:rPr lang="en-US" sz="1200" dirty="0" smtClean="0"/>
              <a:t>I combine three strategies to </a:t>
            </a:r>
            <a:r>
              <a:rPr lang="en-US" sz="1200" dirty="0"/>
              <a:t>maximize accessibility: Wordy Explanations, Mathematical Formulas, Python Code </a:t>
            </a:r>
            <a:r>
              <a:rPr lang="en-US" sz="1200" dirty="0" smtClean="0"/>
              <a:t>Translation</a:t>
            </a:r>
            <a:endParaRPr lang="en-US" sz="1200" dirty="0"/>
          </a:p>
          <a:p>
            <a:pPr lvl="0"/>
            <a:r>
              <a:rPr lang="en-US" dirty="0" smtClean="0">
                <a:solidFill>
                  <a:srgbClr val="007464"/>
                </a:solidFill>
              </a:rPr>
              <a:t>The draft is currently under review by Jan</a:t>
            </a:r>
            <a:endParaRPr lang="en-US" dirty="0">
              <a:solidFill>
                <a:srgbClr val="007464"/>
              </a:solidFill>
            </a:endParaRPr>
          </a:p>
          <a:p>
            <a:pPr marL="465750" lvl="2" indent="-285750"/>
            <a:endParaRPr lang="en-US" sz="1200" dirty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Where we are at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Alex Lepauvre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8980174-C6B3-D947-9337-50055D327C64}" type="slidenum">
              <a:rPr lang="en-US" noProof="0" smtClean="0"/>
              <a:pPr/>
              <a:t>6</a:t>
            </a:fld>
            <a:endParaRPr lang="en-US" noProof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de-DE" dirty="0"/>
              <a:t>20 January 2025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2814" y="3827667"/>
            <a:ext cx="3665602" cy="829216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>
            <a:off x="5235525" y="1012884"/>
            <a:ext cx="3660181" cy="2692735"/>
            <a:chOff x="5210950" y="1012884"/>
            <a:chExt cx="3660181" cy="2692735"/>
          </a:xfrm>
        </p:grpSpPr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10950" y="1012884"/>
              <a:ext cx="2076660" cy="2692735"/>
            </a:xfrm>
            <a:prstGeom prst="rect">
              <a:avLst/>
            </a:prstGeom>
          </p:spPr>
        </p:pic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26512" y="1586942"/>
              <a:ext cx="1544619" cy="154461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79028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432000" y="1376680"/>
            <a:ext cx="3780000" cy="3195320"/>
          </a:xfrm>
        </p:spPr>
        <p:txBody>
          <a:bodyPr/>
          <a:lstStyle/>
          <a:p>
            <a:r>
              <a:rPr lang="en-US" sz="1400" dirty="0" smtClean="0"/>
              <a:t>The book will be extended to cover: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/>
              <a:t>Multivariate GLM (MANOVA, </a:t>
            </a:r>
            <a:r>
              <a:rPr lang="en-US" sz="1200" dirty="0" err="1" smtClean="0"/>
              <a:t>variational</a:t>
            </a:r>
            <a:r>
              <a:rPr lang="en-US" sz="1200" dirty="0" smtClean="0"/>
              <a:t> RSA)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/>
              <a:t>Hierarchical univariate linear models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Hierarchical </a:t>
            </a:r>
            <a:r>
              <a:rPr lang="en-US" sz="1200" dirty="0" smtClean="0"/>
              <a:t>multivariate </a:t>
            </a:r>
            <a:r>
              <a:rPr lang="en-US" sz="1200" dirty="0"/>
              <a:t>linear models</a:t>
            </a:r>
          </a:p>
          <a:p>
            <a:r>
              <a:rPr lang="en-US" sz="1200" dirty="0" smtClean="0"/>
              <a:t>Our publishing model: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smtClean="0"/>
              <a:t>We aim to keep the online book open access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smtClean="0"/>
              <a:t>We hope it will become community driven, where various users contribute based on their interests and expertise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smtClean="0"/>
              <a:t>For paper version, considering print on demand services where benefits are shared with nonprofit organization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Where we are heading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Alex Lepauvre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8980174-C6B3-D947-9337-50055D327C64}" type="slidenum">
              <a:rPr lang="en-US" noProof="0" smtClean="0"/>
              <a:pPr/>
              <a:t>7</a:t>
            </a:fld>
            <a:endParaRPr lang="en-US" noProof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de-DE" dirty="0"/>
              <a:t>20 January 2025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2814" y="3827667"/>
            <a:ext cx="3665602" cy="829216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>
            <a:off x="5235525" y="1012884"/>
            <a:ext cx="3660181" cy="2692735"/>
            <a:chOff x="5210950" y="1012884"/>
            <a:chExt cx="3660181" cy="2692735"/>
          </a:xfrm>
        </p:grpSpPr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10950" y="1012884"/>
              <a:ext cx="2076660" cy="2692735"/>
            </a:xfrm>
            <a:prstGeom prst="rect">
              <a:avLst/>
            </a:prstGeom>
          </p:spPr>
        </p:pic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26512" y="1586942"/>
              <a:ext cx="1544619" cy="154461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63414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432000" y="1376680"/>
            <a:ext cx="3780000" cy="3195320"/>
          </a:xfrm>
        </p:spPr>
        <p:txBody>
          <a:bodyPr/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lang="en-US" sz="1400" dirty="0" smtClean="0"/>
              <a:t>Are we overlooking resources</a:t>
            </a:r>
          </a:p>
          <a:p>
            <a:pPr marL="285750" indent="-285750">
              <a:spcBef>
                <a:spcPts val="4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200" dirty="0" smtClean="0"/>
              <a:t>To our knowledge, there exist no textbook meant to explain </a:t>
            </a:r>
            <a:r>
              <a:rPr lang="en-US" sz="1200" dirty="0" err="1" smtClean="0"/>
              <a:t>variational</a:t>
            </a:r>
            <a:r>
              <a:rPr lang="en-US" sz="1200" dirty="0" smtClean="0"/>
              <a:t> Laplace for novices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lang="en-US" sz="1200" dirty="0" smtClean="0"/>
              <a:t>Any contribution is welcome…</a:t>
            </a:r>
          </a:p>
          <a:p>
            <a:pPr marL="285750" indent="-285750">
              <a:spcBef>
                <a:spcPts val="4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200" dirty="0" smtClean="0"/>
              <a:t>We are currently making great progress and are confident that we will achieve our goal</a:t>
            </a:r>
          </a:p>
          <a:p>
            <a:pPr marL="285750" indent="-285750">
              <a:spcBef>
                <a:spcPts val="4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200" dirty="0" smtClean="0"/>
              <a:t>An extra pair of (expert) eyes to revise the content are always welcome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lang="en-US" sz="1200" dirty="0" smtClean="0"/>
              <a:t>Advice on distributing our resource</a:t>
            </a:r>
          </a:p>
          <a:p>
            <a:pPr marL="285750" indent="-285750">
              <a:spcBef>
                <a:spcPts val="4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200" dirty="0" smtClean="0"/>
              <a:t>It would be ideal for the book to reach its target audience. How can we facilitate it?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lang="en-US" sz="1200" dirty="0" smtClean="0"/>
              <a:t>Are there any thematic omission in what we have described so far:</a:t>
            </a:r>
          </a:p>
          <a:p>
            <a:pPr marL="171450" indent="-171450">
              <a:spcBef>
                <a:spcPts val="4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200" dirty="0" smtClean="0"/>
              <a:t>The content is tailored to what is most useful to us, but other aspects might be relevant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Where we could use some help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Alex Lepauvre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8980174-C6B3-D947-9337-50055D327C64}" type="slidenum">
              <a:rPr lang="en-US" noProof="0" smtClean="0"/>
              <a:pPr/>
              <a:t>8</a:t>
            </a:fld>
            <a:endParaRPr lang="en-US" noProof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de-DE" dirty="0"/>
              <a:t>20 January 2025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2814" y="3827667"/>
            <a:ext cx="3665602" cy="829216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>
            <a:off x="5235525" y="1012884"/>
            <a:ext cx="3660181" cy="2692735"/>
            <a:chOff x="5210950" y="1012884"/>
            <a:chExt cx="3660181" cy="2692735"/>
          </a:xfrm>
        </p:grpSpPr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10950" y="1012884"/>
              <a:ext cx="2076660" cy="2692735"/>
            </a:xfrm>
            <a:prstGeom prst="rect">
              <a:avLst/>
            </a:prstGeom>
          </p:spPr>
        </p:pic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26512" y="1586942"/>
              <a:ext cx="1544619" cy="154461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06725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MPIEA Design 1 – hell">
  <a:themeElements>
    <a:clrScheme name="TEST rot">
      <a:dk1>
        <a:srgbClr val="000000"/>
      </a:dk1>
      <a:lt1>
        <a:srgbClr val="FFFFFF"/>
      </a:lt1>
      <a:dk2>
        <a:srgbClr val="4B4C4B"/>
      </a:dk2>
      <a:lt2>
        <a:srgbClr val="D6D7D5"/>
      </a:lt2>
      <a:accent1>
        <a:srgbClr val="007464"/>
      </a:accent1>
      <a:accent2>
        <a:srgbClr val="CFDAD3"/>
      </a:accent2>
      <a:accent3>
        <a:srgbClr val="DAA7AA"/>
      </a:accent3>
      <a:accent4>
        <a:srgbClr val="C5DEE6"/>
      </a:accent4>
      <a:accent5>
        <a:srgbClr val="CBDDBD"/>
      </a:accent5>
      <a:accent6>
        <a:srgbClr val="AD577B"/>
      </a:accent6>
      <a:hlink>
        <a:srgbClr val="00B0AF"/>
      </a:hlink>
      <a:folHlink>
        <a:srgbClr val="00B0AF"/>
      </a:folHlink>
    </a:clrScheme>
    <a:fontScheme name="MPIEA Poster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PIEA-Mastervorlage-2023" id="{EE1C0641-1CF8-7F40-826B-6C8FC2C2AB9F}" vid="{9A40C209-472C-2547-9097-FD730B995658}"/>
    </a:ext>
  </a:extLst>
</a:theme>
</file>

<file path=ppt/theme/theme2.xml><?xml version="1.0" encoding="utf-8"?>
<a:theme xmlns:a="http://schemas.openxmlformats.org/drawingml/2006/main" name="1_MPIEA Design 1 – dunkel">
  <a:themeElements>
    <a:clrScheme name="MPIEA Poster Colors">
      <a:dk1>
        <a:srgbClr val="000000"/>
      </a:dk1>
      <a:lt1>
        <a:srgbClr val="FFFFFF"/>
      </a:lt1>
      <a:dk2>
        <a:srgbClr val="4B4C4B"/>
      </a:dk2>
      <a:lt2>
        <a:srgbClr val="D6D7D5"/>
      </a:lt2>
      <a:accent1>
        <a:srgbClr val="007464"/>
      </a:accent1>
      <a:accent2>
        <a:srgbClr val="CFDAD3"/>
      </a:accent2>
      <a:accent3>
        <a:srgbClr val="DAA7AA"/>
      </a:accent3>
      <a:accent4>
        <a:srgbClr val="C5DEE6"/>
      </a:accent4>
      <a:accent5>
        <a:srgbClr val="CBDDBD"/>
      </a:accent5>
      <a:accent6>
        <a:srgbClr val="AD577B"/>
      </a:accent6>
      <a:hlink>
        <a:srgbClr val="00B0AF"/>
      </a:hlink>
      <a:folHlink>
        <a:srgbClr val="00B0A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MPIEA Design 2 – hell">
  <a:themeElements>
    <a:clrScheme name="TEST rot">
      <a:dk1>
        <a:srgbClr val="000000"/>
      </a:dk1>
      <a:lt1>
        <a:srgbClr val="FFFFFF"/>
      </a:lt1>
      <a:dk2>
        <a:srgbClr val="4B4C4B"/>
      </a:dk2>
      <a:lt2>
        <a:srgbClr val="D6D7D5"/>
      </a:lt2>
      <a:accent1>
        <a:srgbClr val="007464"/>
      </a:accent1>
      <a:accent2>
        <a:srgbClr val="CFDAD3"/>
      </a:accent2>
      <a:accent3>
        <a:srgbClr val="DAA7AA"/>
      </a:accent3>
      <a:accent4>
        <a:srgbClr val="C5DEE6"/>
      </a:accent4>
      <a:accent5>
        <a:srgbClr val="CBDDBD"/>
      </a:accent5>
      <a:accent6>
        <a:srgbClr val="AD577B"/>
      </a:accent6>
      <a:hlink>
        <a:srgbClr val="00B0AF"/>
      </a:hlink>
      <a:folHlink>
        <a:srgbClr val="00B0A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MPIEA Design 2 – dunkel">
  <a:themeElements>
    <a:clrScheme name="MPIEA Poster Colors">
      <a:dk1>
        <a:srgbClr val="000000"/>
      </a:dk1>
      <a:lt1>
        <a:srgbClr val="FFFFFF"/>
      </a:lt1>
      <a:dk2>
        <a:srgbClr val="4B4C4B"/>
      </a:dk2>
      <a:lt2>
        <a:srgbClr val="D6D7D5"/>
      </a:lt2>
      <a:accent1>
        <a:srgbClr val="007464"/>
      </a:accent1>
      <a:accent2>
        <a:srgbClr val="CFDAD3"/>
      </a:accent2>
      <a:accent3>
        <a:srgbClr val="DAA7AA"/>
      </a:accent3>
      <a:accent4>
        <a:srgbClr val="C5DEE6"/>
      </a:accent4>
      <a:accent5>
        <a:srgbClr val="CBDDBD"/>
      </a:accent5>
      <a:accent6>
        <a:srgbClr val="AD577B"/>
      </a:accent6>
      <a:hlink>
        <a:srgbClr val="00B0AF"/>
      </a:hlink>
      <a:folHlink>
        <a:srgbClr val="00B0A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MPIEA Design – letzte Folie hell">
  <a:themeElements>
    <a:clrScheme name="MPIEA Poster Colors">
      <a:dk1>
        <a:srgbClr val="000000"/>
      </a:dk1>
      <a:lt1>
        <a:srgbClr val="FFFFFF"/>
      </a:lt1>
      <a:dk2>
        <a:srgbClr val="4B4C4B"/>
      </a:dk2>
      <a:lt2>
        <a:srgbClr val="D6D7D5"/>
      </a:lt2>
      <a:accent1>
        <a:srgbClr val="007464"/>
      </a:accent1>
      <a:accent2>
        <a:srgbClr val="CFDAD3"/>
      </a:accent2>
      <a:accent3>
        <a:srgbClr val="DAA7AA"/>
      </a:accent3>
      <a:accent4>
        <a:srgbClr val="C5DEE6"/>
      </a:accent4>
      <a:accent5>
        <a:srgbClr val="CBDDBD"/>
      </a:accent5>
      <a:accent6>
        <a:srgbClr val="AD577B"/>
      </a:accent6>
      <a:hlink>
        <a:srgbClr val="00B0AF"/>
      </a:hlink>
      <a:folHlink>
        <a:srgbClr val="00B0A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3_MPIEA Design – letzte Folie dunkel">
  <a:themeElements>
    <a:clrScheme name="MPIEA Poster Colors">
      <a:dk1>
        <a:srgbClr val="000000"/>
      </a:dk1>
      <a:lt1>
        <a:srgbClr val="FFFFFF"/>
      </a:lt1>
      <a:dk2>
        <a:srgbClr val="4B4C4B"/>
      </a:dk2>
      <a:lt2>
        <a:srgbClr val="D6D7D5"/>
      </a:lt2>
      <a:accent1>
        <a:srgbClr val="007464"/>
      </a:accent1>
      <a:accent2>
        <a:srgbClr val="CFDAD3"/>
      </a:accent2>
      <a:accent3>
        <a:srgbClr val="DAA7AA"/>
      </a:accent3>
      <a:accent4>
        <a:srgbClr val="C5DEE6"/>
      </a:accent4>
      <a:accent5>
        <a:srgbClr val="CBDDBD"/>
      </a:accent5>
      <a:accent6>
        <a:srgbClr val="AD577B"/>
      </a:accent6>
      <a:hlink>
        <a:srgbClr val="00B0AF"/>
      </a:hlink>
      <a:folHlink>
        <a:srgbClr val="00B0A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lternateThumbnailUrl xmlns="http://schemas.microsoft.com/sharepoint/v3">
      <Url xsi:nil="true"/>
      <Description xsi:nil="true"/>
    </AlternateThumbnailUrl>
    <ImageCreateDate xmlns="http://schemas.microsoft.com/sharepoint/v3" xsi:nil="true"/>
    <Description xmlns="http://schemas.microsoft.com/sharepoint/v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Bild" ma:contentTypeID="0x01010200D7EF7E295F7B70418BABA47748B5BD5B" ma:contentTypeVersion="1" ma:contentTypeDescription="Ein Bild oder eine Fotografie hochladen." ma:contentTypeScope="" ma:versionID="ebdf399cc79813f32872d278e3334c9a">
  <xsd:schema xmlns:xsd="http://www.w3.org/2001/XMLSchema" xmlns:xs="http://www.w3.org/2001/XMLSchema" xmlns:p="http://schemas.microsoft.com/office/2006/metadata/properties" xmlns:ns1="http://schemas.microsoft.com/sharepoint/v3" xmlns:ns2="52a6d50e-34a0-4251-b239-e40d593bab32" targetNamespace="http://schemas.microsoft.com/office/2006/metadata/properties" ma:root="true" ma:fieldsID="6418837f02508c463df2c897ea3a2109" ns1:_="" ns2:_="">
    <xsd:import namespace="http://schemas.microsoft.com/sharepoint/v3"/>
    <xsd:import namespace="52a6d50e-34a0-4251-b239-e40d593bab32"/>
    <xsd:element name="properties">
      <xsd:complexType>
        <xsd:sequence>
          <xsd:element name="documentManagement">
            <xsd:complexType>
              <xsd:all>
                <xsd:element ref="ns1:ImageWidth" minOccurs="0"/>
                <xsd:element ref="ns1:ImageHeight" minOccurs="0"/>
                <xsd:element ref="ns1:ImageCreateDate" minOccurs="0"/>
                <xsd:element ref="ns1:Description" minOccurs="0"/>
                <xsd:element ref="ns1:ThumbnailExists" minOccurs="0"/>
                <xsd:element ref="ns1:PreviewExists" minOccurs="0"/>
                <xsd:element ref="ns1:AlternateThumbnailUrl" minOccurs="0"/>
                <xsd:element ref="ns2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ImageWidth" ma:index="11" nillable="true" ma:displayName="Bildbreite" ma:internalName="ImageWidth" ma:readOnly="true">
      <xsd:simpleType>
        <xsd:restriction base="dms:Unknown"/>
      </xsd:simpleType>
    </xsd:element>
    <xsd:element name="ImageHeight" ma:index="12" nillable="true" ma:displayName="Bildhöhe" ma:internalName="ImageHeight" ma:readOnly="true">
      <xsd:simpleType>
        <xsd:restriction base="dms:Unknown"/>
      </xsd:simpleType>
    </xsd:element>
    <xsd:element name="ImageCreateDate" ma:index="13" nillable="true" ma:displayName="Bilderstellungsdatum" ma:format="DateTime" ma:hidden="true" ma:internalName="ImageCreateDate">
      <xsd:simpleType>
        <xsd:restriction base="dms:DateTime"/>
      </xsd:simpleType>
    </xsd:element>
    <xsd:element name="Description" ma:index="14" nillable="true" ma:displayName="Beschreibung" ma:description="Wird als Alternativtext für das Bild verwendet." ma:hidden="true" ma:internalName="Description">
      <xsd:simpleType>
        <xsd:restriction base="dms:Note">
          <xsd:maxLength value="255"/>
        </xsd:restriction>
      </xsd:simpleType>
    </xsd:element>
    <xsd:element name="ThumbnailExists" ma:index="23" nillable="true" ma:displayName="Miniaturansicht vorhanden" ma:default="FALSE" ma:hidden="true" ma:internalName="ThumbnailExists" ma:readOnly="true">
      <xsd:simpleType>
        <xsd:restriction base="dms:Boolean"/>
      </xsd:simpleType>
    </xsd:element>
    <xsd:element name="PreviewExists" ma:index="24" nillable="true" ma:displayName="Vorschau vorhanden" ma:default="FALSE" ma:hidden="true" ma:internalName="PreviewExists" ma:readOnly="true">
      <xsd:simpleType>
        <xsd:restriction base="dms:Boolean"/>
      </xsd:simpleType>
    </xsd:element>
    <xsd:element name="AlternateThumbnailUrl" ma:index="25" nillable="true" ma:displayName="Vorschaubild-URL" ma:format="Image" ma:hidden="true" ma:internalName="AlternateThumbnailUrl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a6d50e-34a0-4251-b239-e40d593bab32" elementFormDefault="qualified">
    <xsd:import namespace="http://schemas.microsoft.com/office/2006/documentManagement/types"/>
    <xsd:import namespace="http://schemas.microsoft.com/office/infopath/2007/PartnerControls"/>
    <xsd:element name="SharedWithUsers" ma:index="26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8" ma:displayName="Titel"/>
        <xsd:element ref="dc:subject" minOccurs="0" maxOccurs="1"/>
        <xsd:element ref="dc:description" minOccurs="0" maxOccurs="1"/>
        <xsd:element name="keywords" minOccurs="0" maxOccurs="1" type="xsd:string" ma:index="20" ma:displayName="Schlüsselwörter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3B084CE-C0CD-4639-99D2-C023627E85D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FC37A7A-FE13-45AC-8870-3B23C7D03803}">
  <ds:schemaRefs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http://purl.org/dc/elements/1.1/"/>
    <ds:schemaRef ds:uri="http://schemas.microsoft.com/office/2006/metadata/properties"/>
    <ds:schemaRef ds:uri="52a6d50e-34a0-4251-b239-e40d593bab32"/>
    <ds:schemaRef ds:uri="http://schemas.microsoft.com/sharepoint/v3"/>
    <ds:schemaRef ds:uri="http://purl.org/dc/terms/"/>
    <ds:schemaRef ds:uri="http://schemas.microsoft.com/office/infopath/2007/PartnerControl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BDC392D5-10A3-41D3-ACAA-41B285C1350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52a6d50e-34a0-4251-b239-e40d593bab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6833</TotalTime>
  <Words>553</Words>
  <Application>Microsoft Office PowerPoint</Application>
  <PresentationFormat>On-screen Show (16:9)</PresentationFormat>
  <Paragraphs>80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8</vt:i4>
      </vt:variant>
    </vt:vector>
  </HeadingPairs>
  <TitlesOfParts>
    <vt:vector size="18" baseType="lpstr">
      <vt:lpstr>Arial</vt:lpstr>
      <vt:lpstr>Arial Narrow</vt:lpstr>
      <vt:lpstr>Calibri</vt:lpstr>
      <vt:lpstr>Cambria Math</vt:lpstr>
      <vt:lpstr>1_MPIEA Design 1 – hell</vt:lpstr>
      <vt:lpstr>1_MPIEA Design 1 – dunkel</vt:lpstr>
      <vt:lpstr>2_MPIEA Design 2 – hell</vt:lpstr>
      <vt:lpstr>2_MPIEA Design 2 – dunkel</vt:lpstr>
      <vt:lpstr>3_MPIEA Design – letzte Folie hell</vt:lpstr>
      <vt:lpstr>3_MPIEA Design – letzte Folie dunkel</vt:lpstr>
      <vt:lpstr>Variational Laplace for dummies</vt:lpstr>
      <vt:lpstr>Variational Laplace: approximating model evidence</vt:lpstr>
      <vt:lpstr>Variational Laplace: approximating model evidence</vt:lpstr>
      <vt:lpstr>The math behind variational Laplace are a bit daunting for students with “weak” mathematical background</vt:lpstr>
      <vt:lpstr>Variational Laplace for dummies: understanding and applying variational Laplace </vt:lpstr>
      <vt:lpstr>Where we are at</vt:lpstr>
      <vt:lpstr>Where we are heading</vt:lpstr>
      <vt:lpstr>Where we could use some help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PowerPoint-Presentation ENGLISH V.230509</dc:title>
  <dc:creator>Microsoft Office User</dc:creator>
  <cp:keywords/>
  <cp:lastModifiedBy>Alex Lepauvre</cp:lastModifiedBy>
  <cp:revision>239</cp:revision>
  <cp:lastPrinted>2023-02-23T12:45:28Z</cp:lastPrinted>
  <dcterms:created xsi:type="dcterms:W3CDTF">2019-07-05T12:06:36Z</dcterms:created>
  <dcterms:modified xsi:type="dcterms:W3CDTF">2025-01-20T14:08:36Z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0x01010200D7EF7E295F7B70418BABA47748B5BD5B</vt:lpwstr>
  </property>
</Properties>
</file>